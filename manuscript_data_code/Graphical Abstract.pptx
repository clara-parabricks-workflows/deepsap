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"/>
  </p:notesMasterIdLst>
  <p:sldIdLst>
    <p:sldId id="259" r:id="rId2"/>
    <p:sldId id="260" r:id="rId3"/>
    <p:sldId id="261" r:id="rId4"/>
  </p:sldIdLst>
  <p:sldSz cx="45720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1D4"/>
    <a:srgbClr val="75B900"/>
    <a:srgbClr val="C9CDD3"/>
    <a:srgbClr val="F5F7FA"/>
    <a:srgbClr val="F6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C7388-A4F3-9540-A267-C4DF6C13A613}" v="3452" dt="2025-05-13T19:12:51.905"/>
    <p1510:client id="{B014095F-B45A-4684-B301-E1A5F921B5BD}" v="16" dt="2025-05-12T19:45:58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11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kaj Vats" userId="b391a591-5aec-49d1-b318-a4ecddbbceac" providerId="ADAL" clId="{B014095F-B45A-4684-B301-E1A5F921B5BD}"/>
    <pc:docChg chg="undo custSel addSld modSld">
      <pc:chgData name="Pankaj Vats" userId="b391a591-5aec-49d1-b318-a4ecddbbceac" providerId="ADAL" clId="{B014095F-B45A-4684-B301-E1A5F921B5BD}" dt="2025-05-13T20:19:48.562" v="113" actId="1076"/>
      <pc:docMkLst>
        <pc:docMk/>
      </pc:docMkLst>
      <pc:sldChg chg="addSp modSp mod modAnim">
        <pc:chgData name="Pankaj Vats" userId="b391a591-5aec-49d1-b318-a4ecddbbceac" providerId="ADAL" clId="{B014095F-B45A-4684-B301-E1A5F921B5BD}" dt="2025-05-12T16:32:59.346" v="2" actId="164"/>
        <pc:sldMkLst>
          <pc:docMk/>
          <pc:sldMk cId="9267448" sldId="258"/>
        </pc:sldMkLst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47" creationId="{371659CC-52A5-124D-534A-1213AA36944A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53" creationId="{C4F7072D-0433-1ACA-CF3E-44D7E6D94D4E}"/>
          </ac:spMkLst>
        </pc:spChg>
        <pc:spChg chg="mod">
          <ac:chgData name="Pankaj Vats" userId="b391a591-5aec-49d1-b318-a4ecddbbceac" providerId="ADAL" clId="{B014095F-B45A-4684-B301-E1A5F921B5BD}" dt="2025-05-12T16:32:47.953" v="1" actId="14100"/>
          <ac:spMkLst>
            <pc:docMk/>
            <pc:sldMk cId="9267448" sldId="258"/>
            <ac:spMk id="58" creationId="{460988E4-CEDB-BD8A-320D-DC742C16BBBE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61" creationId="{7C964D45-7D70-4DF2-3287-A1BB370E65CC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66" creationId="{60AF3D4E-5CF5-3D44-F7FF-8A913BF2B061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76" creationId="{862B0240-2649-5A30-7C66-08B2A8927E02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84" creationId="{9FAA81D8-B1CC-3BAD-C317-B700A7D76228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88" creationId="{37306F28-43A1-6536-05BD-18CFE31A5C74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90" creationId="{9292D0FA-CB06-9B85-C025-E9D0E2452A57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91" creationId="{37F9BF5F-E00F-1BFC-A7B9-82A1DC00F27F}"/>
          </ac:spMkLst>
        </pc:spChg>
        <pc:spChg chg="mod">
          <ac:chgData name="Pankaj Vats" userId="b391a591-5aec-49d1-b318-a4ecddbbceac" providerId="ADAL" clId="{B014095F-B45A-4684-B301-E1A5F921B5BD}" dt="2025-05-12T16:32:59.346" v="2" actId="164"/>
          <ac:spMkLst>
            <pc:docMk/>
            <pc:sldMk cId="9267448" sldId="258"/>
            <ac:spMk id="97" creationId="{2891A2E4-FB24-32BF-A385-3282D876A59B}"/>
          </ac:spMkLst>
        </pc:spChg>
      </pc:sldChg>
      <pc:sldChg chg="addSp modSp mod">
        <pc:chgData name="Pankaj Vats" userId="b391a591-5aec-49d1-b318-a4ecddbbceac" providerId="ADAL" clId="{B014095F-B45A-4684-B301-E1A5F921B5BD}" dt="2025-05-12T19:39:23.029" v="11" actId="962"/>
        <pc:sldMkLst>
          <pc:docMk/>
          <pc:sldMk cId="487542268" sldId="259"/>
        </pc:sldMkLst>
        <pc:picChg chg="add mod">
          <ac:chgData name="Pankaj Vats" userId="b391a591-5aec-49d1-b318-a4ecddbbceac" providerId="ADAL" clId="{B014095F-B45A-4684-B301-E1A5F921B5BD}" dt="2025-05-12T19:39:23.029" v="11" actId="962"/>
          <ac:picMkLst>
            <pc:docMk/>
            <pc:sldMk cId="487542268" sldId="259"/>
            <ac:picMk id="4" creationId="{14113BA1-3052-E728-5F24-9396DF94A576}"/>
          </ac:picMkLst>
        </pc:picChg>
      </pc:sldChg>
      <pc:sldChg chg="addSp delSp modSp new mod">
        <pc:chgData name="Pankaj Vats" userId="b391a591-5aec-49d1-b318-a4ecddbbceac" providerId="ADAL" clId="{B014095F-B45A-4684-B301-E1A5F921B5BD}" dt="2025-05-13T20:19:48.562" v="113" actId="1076"/>
        <pc:sldMkLst>
          <pc:docMk/>
          <pc:sldMk cId="3973611762" sldId="260"/>
        </pc:sldMkLst>
        <pc:spChg chg="del">
          <ac:chgData name="Pankaj Vats" userId="b391a591-5aec-49d1-b318-a4ecddbbceac" providerId="ADAL" clId="{B014095F-B45A-4684-B301-E1A5F921B5BD}" dt="2025-05-12T19:39:29.030" v="13" actId="478"/>
          <ac:spMkLst>
            <pc:docMk/>
            <pc:sldMk cId="3973611762" sldId="260"/>
            <ac:spMk id="2" creationId="{30D1ED4C-C1AB-00B1-C1E9-5A95457D8C85}"/>
          </ac:spMkLst>
        </pc:spChg>
        <pc:spChg chg="del">
          <ac:chgData name="Pankaj Vats" userId="b391a591-5aec-49d1-b318-a4ecddbbceac" providerId="ADAL" clId="{B014095F-B45A-4684-B301-E1A5F921B5BD}" dt="2025-05-12T17:57:55.561" v="4" actId="931"/>
          <ac:spMkLst>
            <pc:docMk/>
            <pc:sldMk cId="3973611762" sldId="260"/>
            <ac:spMk id="3" creationId="{48315522-03D8-89F0-E7C8-3AFB036705CB}"/>
          </ac:spMkLst>
        </pc:spChg>
        <pc:spChg chg="add del mod">
          <ac:chgData name="Pankaj Vats" userId="b391a591-5aec-49d1-b318-a4ecddbbceac" providerId="ADAL" clId="{B014095F-B45A-4684-B301-E1A5F921B5BD}" dt="2025-05-12T19:39:26.746" v="12" actId="478"/>
          <ac:spMkLst>
            <pc:docMk/>
            <pc:sldMk cId="3973611762" sldId="260"/>
            <ac:spMk id="7" creationId="{193473ED-EB9A-927F-4544-250C91D6D327}"/>
          </ac:spMkLst>
        </pc:spChg>
        <pc:spChg chg="add mod">
          <ac:chgData name="Pankaj Vats" userId="b391a591-5aec-49d1-b318-a4ecddbbceac" providerId="ADAL" clId="{B014095F-B45A-4684-B301-E1A5F921B5BD}" dt="2025-05-12T19:41:46.110" v="93" actId="403"/>
          <ac:spMkLst>
            <pc:docMk/>
            <pc:sldMk cId="3973611762" sldId="260"/>
            <ac:spMk id="15" creationId="{9C89B7B4-AF30-0D7F-4FC1-C6186C89CEF9}"/>
          </ac:spMkLst>
        </pc:spChg>
        <pc:picChg chg="add del mod">
          <ac:chgData name="Pankaj Vats" userId="b391a591-5aec-49d1-b318-a4ecddbbceac" providerId="ADAL" clId="{B014095F-B45A-4684-B301-E1A5F921B5BD}" dt="2025-05-12T17:58:42.016" v="8" actId="21"/>
          <ac:picMkLst>
            <pc:docMk/>
            <pc:sldMk cId="3973611762" sldId="260"/>
            <ac:picMk id="5" creationId="{A825D910-326D-1151-574F-5B2EAB77DA3D}"/>
          </ac:picMkLst>
        </pc:picChg>
        <pc:picChg chg="add mod">
          <ac:chgData name="Pankaj Vats" userId="b391a591-5aec-49d1-b318-a4ecddbbceac" providerId="ADAL" clId="{B014095F-B45A-4684-B301-E1A5F921B5BD}" dt="2025-05-12T19:41:10.715" v="42" actId="14100"/>
          <ac:picMkLst>
            <pc:docMk/>
            <pc:sldMk cId="3973611762" sldId="260"/>
            <ac:picMk id="8" creationId="{A7429754-223B-A22A-A159-EDB5974E75FD}"/>
          </ac:picMkLst>
        </pc:picChg>
        <pc:picChg chg="add mod">
          <ac:chgData name="Pankaj Vats" userId="b391a591-5aec-49d1-b318-a4ecddbbceac" providerId="ADAL" clId="{B014095F-B45A-4684-B301-E1A5F921B5BD}" dt="2025-05-12T19:45:23.826" v="99" actId="14100"/>
          <ac:picMkLst>
            <pc:docMk/>
            <pc:sldMk cId="3973611762" sldId="260"/>
            <ac:picMk id="10" creationId="{C590EDA0-DCDC-BB49-FC1D-8780A717EEED}"/>
          </ac:picMkLst>
        </pc:picChg>
        <pc:picChg chg="add mod">
          <ac:chgData name="Pankaj Vats" userId="b391a591-5aec-49d1-b318-a4ecddbbceac" providerId="ADAL" clId="{B014095F-B45A-4684-B301-E1A5F921B5BD}" dt="2025-05-12T19:45:34.876" v="103" actId="14100"/>
          <ac:picMkLst>
            <pc:docMk/>
            <pc:sldMk cId="3973611762" sldId="260"/>
            <ac:picMk id="12" creationId="{0C2BBB0F-C580-A5C2-BA5A-E89A898FFC61}"/>
          </ac:picMkLst>
        </pc:picChg>
        <pc:picChg chg="add mod">
          <ac:chgData name="Pankaj Vats" userId="b391a591-5aec-49d1-b318-a4ecddbbceac" providerId="ADAL" clId="{B014095F-B45A-4684-B301-E1A5F921B5BD}" dt="2025-05-12T19:46:09.414" v="110" actId="1076"/>
          <ac:picMkLst>
            <pc:docMk/>
            <pc:sldMk cId="3973611762" sldId="260"/>
            <ac:picMk id="14" creationId="{A14166B8-0D10-7233-CF24-2E0662095B57}"/>
          </ac:picMkLst>
        </pc:picChg>
        <pc:picChg chg="add mod">
          <ac:chgData name="Pankaj Vats" userId="b391a591-5aec-49d1-b318-a4ecddbbceac" providerId="ADAL" clId="{B014095F-B45A-4684-B301-E1A5F921B5BD}" dt="2025-05-12T19:45:27.426" v="101" actId="1076"/>
          <ac:picMkLst>
            <pc:docMk/>
            <pc:sldMk cId="3973611762" sldId="260"/>
            <ac:picMk id="17" creationId="{FB0DA2F9-1000-A000-7974-ACBFCF639B50}"/>
          </ac:picMkLst>
        </pc:picChg>
        <pc:picChg chg="add mod">
          <ac:chgData name="Pankaj Vats" userId="b391a591-5aec-49d1-b318-a4ecddbbceac" providerId="ADAL" clId="{B014095F-B45A-4684-B301-E1A5F921B5BD}" dt="2025-05-13T20:19:48.562" v="113" actId="1076"/>
          <ac:picMkLst>
            <pc:docMk/>
            <pc:sldMk cId="3973611762" sldId="260"/>
            <ac:picMk id="19" creationId="{A7FED091-ECED-42E6-D557-B02F37D26EBF}"/>
          </ac:picMkLst>
        </pc:picChg>
      </pc:sldChg>
      <pc:sldChg chg="new">
        <pc:chgData name="Pankaj Vats" userId="b391a591-5aec-49d1-b318-a4ecddbbceac" providerId="ADAL" clId="{B014095F-B45A-4684-B301-E1A5F921B5BD}" dt="2025-05-13T13:42:20.155" v="111" actId="680"/>
        <pc:sldMkLst>
          <pc:docMk/>
          <pc:sldMk cId="2265389642" sldId="261"/>
        </pc:sldMkLst>
      </pc:sldChg>
    </pc:docChg>
  </pc:docChgLst>
  <pc:docChgLst>
    <pc:chgData name="Fadel Berakdar" userId="8f0901f6-edb2-4c86-ae2b-c7f5a6cc0d94" providerId="ADAL" clId="{077C7388-A4F3-9540-A267-C4DF6C13A613}"/>
    <pc:docChg chg="undo custSel addSld delSld modSld modMainMaster">
      <pc:chgData name="Fadel Berakdar" userId="8f0901f6-edb2-4c86-ae2b-c7f5a6cc0d94" providerId="ADAL" clId="{077C7388-A4F3-9540-A267-C4DF6C13A613}" dt="2025-05-13T19:12:51.905" v="5753" actId="14100"/>
      <pc:docMkLst>
        <pc:docMk/>
      </pc:docMkLst>
      <pc:sldChg chg="addSp delSp modSp del mod delAnim modAnim">
        <pc:chgData name="Fadel Berakdar" userId="8f0901f6-edb2-4c86-ae2b-c7f5a6cc0d94" providerId="ADAL" clId="{077C7388-A4F3-9540-A267-C4DF6C13A613}" dt="2025-05-13T16:56:23.083" v="4884" actId="2696"/>
        <pc:sldMkLst>
          <pc:docMk/>
          <pc:sldMk cId="1504603067" sldId="256"/>
        </pc:sldMkLst>
        <pc:spChg chg="add del mod">
          <ac:chgData name="Fadel Berakdar" userId="8f0901f6-edb2-4c86-ae2b-c7f5a6cc0d94" providerId="ADAL" clId="{077C7388-A4F3-9540-A267-C4DF6C13A613}" dt="2025-05-12T12:40:58.402" v="11" actId="478"/>
          <ac:spMkLst>
            <pc:docMk/>
            <pc:sldMk cId="1504603067" sldId="256"/>
            <ac:spMk id="2" creationId="{EED3F152-5494-6907-9C81-A0DEC8C4B3AB}"/>
          </ac:spMkLst>
        </pc:spChg>
        <pc:spChg chg="add del mod">
          <ac:chgData name="Fadel Berakdar" userId="8f0901f6-edb2-4c86-ae2b-c7f5a6cc0d94" providerId="ADAL" clId="{077C7388-A4F3-9540-A267-C4DF6C13A613}" dt="2025-05-12T12:41:00.920" v="12" actId="478"/>
          <ac:spMkLst>
            <pc:docMk/>
            <pc:sldMk cId="1504603067" sldId="256"/>
            <ac:spMk id="3" creationId="{3D7D3AC0-2AD7-B94F-78E5-60AA7EC56F51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5" creationId="{3D26DEA3-2F86-6A6D-8BCE-EC664148D986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6" creationId="{9D6DC9CA-252D-C8FC-FD0F-2C1EA28ABFA4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7" creationId="{6D912294-A930-B6B4-9056-EEFE45A99010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9" creationId="{6BB526B0-9C14-F3F8-A978-F8B621493C8B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11" creationId="{E97AE3E0-A56C-45EA-E076-01C3F422A886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12" creationId="{EDDA7CD0-2612-0206-8568-199E0F0CE5CA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14" creationId="{7D74D3D7-B826-0C82-DEC4-575815CF11D0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15" creationId="{1758CC4C-8012-555A-AF33-A92D978055DB}"/>
          </ac:spMkLst>
        </pc:spChg>
        <pc:spChg chg="mod">
          <ac:chgData name="Fadel Berakdar" userId="8f0901f6-edb2-4c86-ae2b-c7f5a6cc0d94" providerId="ADAL" clId="{077C7388-A4F3-9540-A267-C4DF6C13A613}" dt="2025-05-12T12:35:38.345" v="1"/>
          <ac:spMkLst>
            <pc:docMk/>
            <pc:sldMk cId="1504603067" sldId="256"/>
            <ac:spMk id="16" creationId="{ADC4B70C-0F38-D3A8-7B62-853E94539585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19" creationId="{0883BB81-0EF3-5765-3AD4-7C57862A1E21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0" creationId="{DF2B8CC8-A9D4-3822-C444-61F5354389C7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1" creationId="{BE1B1F0F-701D-CE55-29E8-6BA675EC5BBD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3" creationId="{1081ECE2-FB59-5496-C5FB-920B9FECD154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5" creationId="{CB14DD9C-B1DA-A24C-5D13-3D1DBF072310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6" creationId="{CA5DB383-F24B-C499-84B3-AC951C262271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8" creationId="{4F2AFCDC-B1BB-F1BB-B8AE-217562995920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29" creationId="{20033B2F-AA8E-D8F9-0E66-2FEC6B8AE5B5}"/>
          </ac:spMkLst>
        </pc:spChg>
        <pc:spChg chg="mod">
          <ac:chgData name="Fadel Berakdar" userId="8f0901f6-edb2-4c86-ae2b-c7f5a6cc0d94" providerId="ADAL" clId="{077C7388-A4F3-9540-A267-C4DF6C13A613}" dt="2025-05-12T12:39:39.953" v="3"/>
          <ac:spMkLst>
            <pc:docMk/>
            <pc:sldMk cId="1504603067" sldId="256"/>
            <ac:spMk id="30" creationId="{3DA758E1-3768-73CA-F3E2-0A633A99B018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33" creationId="{1782ECD6-9AA1-0F70-3FF6-9089DC3E8BDB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34" creationId="{EA21F740-0D20-CF54-2EE2-F9624F141EA6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35" creationId="{19460DB8-CCF5-AF2D-79EC-9AC526CD4CCF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37" creationId="{D4CF26FA-E1F3-ABF8-4A0D-D213AF8C5F98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39" creationId="{84CD4899-37E8-0B99-AC0A-228209FA45A2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40" creationId="{249FD67F-6906-46B3-D229-36FA93C1F2AF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42" creationId="{B0914E7F-F506-2FE7-7A8F-FEE9B8C12965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43" creationId="{B0FC89A3-6898-196D-A73A-917F997003FF}"/>
          </ac:spMkLst>
        </pc:spChg>
        <pc:spChg chg="mod">
          <ac:chgData name="Fadel Berakdar" userId="8f0901f6-edb2-4c86-ae2b-c7f5a6cc0d94" providerId="ADAL" clId="{077C7388-A4F3-9540-A267-C4DF6C13A613}" dt="2025-05-12T12:40:35.427" v="5"/>
          <ac:spMkLst>
            <pc:docMk/>
            <pc:sldMk cId="1504603067" sldId="256"/>
            <ac:spMk id="44" creationId="{5FEAC20F-BB28-5FF2-259A-856D60F2E8BC}"/>
          </ac:spMkLst>
        </pc:spChg>
        <pc:spChg chg="add mod">
          <ac:chgData name="Fadel Berakdar" userId="8f0901f6-edb2-4c86-ae2b-c7f5a6cc0d94" providerId="ADAL" clId="{077C7388-A4F3-9540-A267-C4DF6C13A613}" dt="2025-05-12T12:40:46.184" v="8"/>
          <ac:spMkLst>
            <pc:docMk/>
            <pc:sldMk cId="1504603067" sldId="256"/>
            <ac:spMk id="46" creationId="{D1F0BCA1-F58B-D252-A3CF-F09F8CE34ED5}"/>
          </ac:spMkLst>
        </pc:spChg>
        <pc:spChg chg="add mod">
          <ac:chgData name="Fadel Berakdar" userId="8f0901f6-edb2-4c86-ae2b-c7f5a6cc0d94" providerId="ADAL" clId="{077C7388-A4F3-9540-A267-C4DF6C13A613}" dt="2025-05-12T15:26:48.297" v="1613" actId="1037"/>
          <ac:spMkLst>
            <pc:docMk/>
            <pc:sldMk cId="1504603067" sldId="256"/>
            <ac:spMk id="47" creationId="{DB5EE91B-903D-2D3A-6049-31D2A9AEC231}"/>
          </ac:spMkLst>
        </pc:spChg>
        <pc:spChg chg="add mod">
          <ac:chgData name="Fadel Berakdar" userId="8f0901f6-edb2-4c86-ae2b-c7f5a6cc0d94" providerId="ADAL" clId="{077C7388-A4F3-9540-A267-C4DF6C13A613}" dt="2025-05-12T15:07:10" v="1400" actId="207"/>
          <ac:spMkLst>
            <pc:docMk/>
            <pc:sldMk cId="1504603067" sldId="256"/>
            <ac:spMk id="48" creationId="{B81230A0-0398-8D87-EECB-935360893CC6}"/>
          </ac:spMkLst>
        </pc:spChg>
        <pc:spChg chg="add mod">
          <ac:chgData name="Fadel Berakdar" userId="8f0901f6-edb2-4c86-ae2b-c7f5a6cc0d94" providerId="ADAL" clId="{077C7388-A4F3-9540-A267-C4DF6C13A613}" dt="2025-05-12T15:29:40.350" v="1643" actId="20577"/>
          <ac:spMkLst>
            <pc:docMk/>
            <pc:sldMk cId="1504603067" sldId="256"/>
            <ac:spMk id="49" creationId="{ED25BF07-A441-4C3B-0E9C-693BF769B48F}"/>
          </ac:spMkLst>
        </pc:spChg>
        <pc:spChg chg="add del mod">
          <ac:chgData name="Fadel Berakdar" userId="8f0901f6-edb2-4c86-ae2b-c7f5a6cc0d94" providerId="ADAL" clId="{077C7388-A4F3-9540-A267-C4DF6C13A613}" dt="2025-05-12T12:42:18.563" v="39" actId="478"/>
          <ac:spMkLst>
            <pc:docMk/>
            <pc:sldMk cId="1504603067" sldId="256"/>
            <ac:spMk id="50" creationId="{C97C456B-8A87-E952-2A80-58DE1DCCC6AF}"/>
          </ac:spMkLst>
        </pc:spChg>
        <pc:spChg chg="add mod">
          <ac:chgData name="Fadel Berakdar" userId="8f0901f6-edb2-4c86-ae2b-c7f5a6cc0d94" providerId="ADAL" clId="{077C7388-A4F3-9540-A267-C4DF6C13A613}" dt="2025-05-12T14:40:04.043" v="1299" actId="1076"/>
          <ac:spMkLst>
            <pc:docMk/>
            <pc:sldMk cId="1504603067" sldId="256"/>
            <ac:spMk id="51" creationId="{E7483698-3800-E1F6-3DB5-A83722313373}"/>
          </ac:spMkLst>
        </pc:spChg>
        <pc:spChg chg="add mod">
          <ac:chgData name="Fadel Berakdar" userId="8f0901f6-edb2-4c86-ae2b-c7f5a6cc0d94" providerId="ADAL" clId="{077C7388-A4F3-9540-A267-C4DF6C13A613}" dt="2025-05-12T15:00:00.568" v="1357" actId="1035"/>
          <ac:spMkLst>
            <pc:docMk/>
            <pc:sldMk cId="1504603067" sldId="256"/>
            <ac:spMk id="52" creationId="{D5F05C68-2D88-3C8D-AA4A-E23FF292E906}"/>
          </ac:spMkLst>
        </pc:spChg>
        <pc:spChg chg="add mod">
          <ac:chgData name="Fadel Berakdar" userId="8f0901f6-edb2-4c86-ae2b-c7f5a6cc0d94" providerId="ADAL" clId="{077C7388-A4F3-9540-A267-C4DF6C13A613}" dt="2025-05-12T15:00:00.568" v="1357" actId="1035"/>
          <ac:spMkLst>
            <pc:docMk/>
            <pc:sldMk cId="1504603067" sldId="256"/>
            <ac:spMk id="53" creationId="{B71D7276-41A9-AEA8-EA9E-821FC9F66376}"/>
          </ac:spMkLst>
        </pc:spChg>
        <pc:spChg chg="add del mod">
          <ac:chgData name="Fadel Berakdar" userId="8f0901f6-edb2-4c86-ae2b-c7f5a6cc0d94" providerId="ADAL" clId="{077C7388-A4F3-9540-A267-C4DF6C13A613}" dt="2025-05-12T13:20:50.768" v="539" actId="478"/>
          <ac:spMkLst>
            <pc:docMk/>
            <pc:sldMk cId="1504603067" sldId="256"/>
            <ac:spMk id="54" creationId="{2F4FD008-9085-47AC-6C40-94BC1DA384AA}"/>
          </ac:spMkLst>
        </pc:spChg>
        <pc:spChg chg="add mod">
          <ac:chgData name="Fadel Berakdar" userId="8f0901f6-edb2-4c86-ae2b-c7f5a6cc0d94" providerId="ADAL" clId="{077C7388-A4F3-9540-A267-C4DF6C13A613}" dt="2025-05-12T12:45:05.288" v="106" actId="1076"/>
          <ac:spMkLst>
            <pc:docMk/>
            <pc:sldMk cId="1504603067" sldId="256"/>
            <ac:spMk id="55" creationId="{5B22D75B-4D6F-C66E-5D3E-51CFA5F06D40}"/>
          </ac:spMkLst>
        </pc:spChg>
        <pc:spChg chg="add mod">
          <ac:chgData name="Fadel Berakdar" userId="8f0901f6-edb2-4c86-ae2b-c7f5a6cc0d94" providerId="ADAL" clId="{077C7388-A4F3-9540-A267-C4DF6C13A613}" dt="2025-05-12T13:02:15.209" v="359" actId="1035"/>
          <ac:spMkLst>
            <pc:docMk/>
            <pc:sldMk cId="1504603067" sldId="256"/>
            <ac:spMk id="56" creationId="{F1B5330C-AB1D-0C61-975E-AE271449B88F}"/>
          </ac:spMkLst>
        </pc:spChg>
        <pc:spChg chg="add mod">
          <ac:chgData name="Fadel Berakdar" userId="8f0901f6-edb2-4c86-ae2b-c7f5a6cc0d94" providerId="ADAL" clId="{077C7388-A4F3-9540-A267-C4DF6C13A613}" dt="2025-05-12T13:00:35.603" v="323" actId="14100"/>
          <ac:spMkLst>
            <pc:docMk/>
            <pc:sldMk cId="1504603067" sldId="256"/>
            <ac:spMk id="58" creationId="{8145F81B-8E3A-D83F-8136-7E73DCFA226E}"/>
          </ac:spMkLst>
        </pc:spChg>
        <pc:spChg chg="add mod">
          <ac:chgData name="Fadel Berakdar" userId="8f0901f6-edb2-4c86-ae2b-c7f5a6cc0d94" providerId="ADAL" clId="{077C7388-A4F3-9540-A267-C4DF6C13A613}" dt="2025-05-12T15:33:13.214" v="1692" actId="14100"/>
          <ac:spMkLst>
            <pc:docMk/>
            <pc:sldMk cId="1504603067" sldId="256"/>
            <ac:spMk id="59" creationId="{88D58570-DC73-3156-BB5E-5CB52F034791}"/>
          </ac:spMkLst>
        </pc:spChg>
        <pc:spChg chg="add del mod">
          <ac:chgData name="Fadel Berakdar" userId="8f0901f6-edb2-4c86-ae2b-c7f5a6cc0d94" providerId="ADAL" clId="{077C7388-A4F3-9540-A267-C4DF6C13A613}" dt="2025-05-12T12:53:21.370" v="182"/>
          <ac:spMkLst>
            <pc:docMk/>
            <pc:sldMk cId="1504603067" sldId="256"/>
            <ac:spMk id="60" creationId="{EFD5CB78-B613-CE30-7B76-02E914E77CF0}"/>
          </ac:spMkLst>
        </pc:spChg>
        <pc:spChg chg="add mod">
          <ac:chgData name="Fadel Berakdar" userId="8f0901f6-edb2-4c86-ae2b-c7f5a6cc0d94" providerId="ADAL" clId="{077C7388-A4F3-9540-A267-C4DF6C13A613}" dt="2025-05-12T15:42:14.094" v="2064" actId="1036"/>
          <ac:spMkLst>
            <pc:docMk/>
            <pc:sldMk cId="1504603067" sldId="256"/>
            <ac:spMk id="61" creationId="{E43BF09E-1F63-E79F-61F4-8E5ED8CFE13D}"/>
          </ac:spMkLst>
        </pc:spChg>
        <pc:spChg chg="add mod">
          <ac:chgData name="Fadel Berakdar" userId="8f0901f6-edb2-4c86-ae2b-c7f5a6cc0d94" providerId="ADAL" clId="{077C7388-A4F3-9540-A267-C4DF6C13A613}" dt="2025-05-12T13:00:24.952" v="322" actId="1035"/>
          <ac:spMkLst>
            <pc:docMk/>
            <pc:sldMk cId="1504603067" sldId="256"/>
            <ac:spMk id="62" creationId="{553A92A6-D6C1-E4B0-853F-A2A90EE52860}"/>
          </ac:spMkLst>
        </pc:spChg>
        <pc:spChg chg="add mod">
          <ac:chgData name="Fadel Berakdar" userId="8f0901f6-edb2-4c86-ae2b-c7f5a6cc0d94" providerId="ADAL" clId="{077C7388-A4F3-9540-A267-C4DF6C13A613}" dt="2025-05-12T13:02:15.209" v="359" actId="1035"/>
          <ac:spMkLst>
            <pc:docMk/>
            <pc:sldMk cId="1504603067" sldId="256"/>
            <ac:spMk id="63" creationId="{8DCA9176-EB7D-7FD0-98B3-8C7444535950}"/>
          </ac:spMkLst>
        </pc:spChg>
        <pc:spChg chg="add mod">
          <ac:chgData name="Fadel Berakdar" userId="8f0901f6-edb2-4c86-ae2b-c7f5a6cc0d94" providerId="ADAL" clId="{077C7388-A4F3-9540-A267-C4DF6C13A613}" dt="2025-05-12T15:43:17.808" v="2078" actId="14100"/>
          <ac:spMkLst>
            <pc:docMk/>
            <pc:sldMk cId="1504603067" sldId="256"/>
            <ac:spMk id="64" creationId="{B69CBAAC-F916-4265-D6EE-9694EAD45E9F}"/>
          </ac:spMkLst>
        </pc:spChg>
        <pc:spChg chg="add mod">
          <ac:chgData name="Fadel Berakdar" userId="8f0901f6-edb2-4c86-ae2b-c7f5a6cc0d94" providerId="ADAL" clId="{077C7388-A4F3-9540-A267-C4DF6C13A613}" dt="2025-05-12T12:57:45.589" v="261" actId="767"/>
          <ac:spMkLst>
            <pc:docMk/>
            <pc:sldMk cId="1504603067" sldId="256"/>
            <ac:spMk id="65" creationId="{DA8B0ECC-E5F0-C335-D256-AB20A2E66283}"/>
          </ac:spMkLst>
        </pc:spChg>
        <pc:spChg chg="add mod">
          <ac:chgData name="Fadel Berakdar" userId="8f0901f6-edb2-4c86-ae2b-c7f5a6cc0d94" providerId="ADAL" clId="{077C7388-A4F3-9540-A267-C4DF6C13A613}" dt="2025-05-12T14:30:46.442" v="1275" actId="14100"/>
          <ac:spMkLst>
            <pc:docMk/>
            <pc:sldMk cId="1504603067" sldId="256"/>
            <ac:spMk id="66" creationId="{02AD08C6-F343-A612-3F02-7BE8986BB991}"/>
          </ac:spMkLst>
        </pc:spChg>
        <pc:spChg chg="add mod">
          <ac:chgData name="Fadel Berakdar" userId="8f0901f6-edb2-4c86-ae2b-c7f5a6cc0d94" providerId="ADAL" clId="{077C7388-A4F3-9540-A267-C4DF6C13A613}" dt="2025-05-12T15:52:35.376" v="2161" actId="14100"/>
          <ac:spMkLst>
            <pc:docMk/>
            <pc:sldMk cId="1504603067" sldId="256"/>
            <ac:spMk id="67" creationId="{E8CA9A63-FD18-9F33-8BB8-6C18259C8C94}"/>
          </ac:spMkLst>
        </pc:spChg>
        <pc:spChg chg="add mod">
          <ac:chgData name="Fadel Berakdar" userId="8f0901f6-edb2-4c86-ae2b-c7f5a6cc0d94" providerId="ADAL" clId="{077C7388-A4F3-9540-A267-C4DF6C13A613}" dt="2025-05-12T14:29:52.833" v="1273" actId="14100"/>
          <ac:spMkLst>
            <pc:docMk/>
            <pc:sldMk cId="1504603067" sldId="256"/>
            <ac:spMk id="70" creationId="{45458C50-DFFE-3406-8900-F5AB28957813}"/>
          </ac:spMkLst>
        </pc:spChg>
        <pc:spChg chg="add del mod">
          <ac:chgData name="Fadel Berakdar" userId="8f0901f6-edb2-4c86-ae2b-c7f5a6cc0d94" providerId="ADAL" clId="{077C7388-A4F3-9540-A267-C4DF6C13A613}" dt="2025-05-12T14:18:59.906" v="1028" actId="478"/>
          <ac:spMkLst>
            <pc:docMk/>
            <pc:sldMk cId="1504603067" sldId="256"/>
            <ac:spMk id="71" creationId="{6CD63ECA-1A11-9272-AA40-50CBA761CC38}"/>
          </ac:spMkLst>
        </pc:spChg>
        <pc:spChg chg="add mod">
          <ac:chgData name="Fadel Berakdar" userId="8f0901f6-edb2-4c86-ae2b-c7f5a6cc0d94" providerId="ADAL" clId="{077C7388-A4F3-9540-A267-C4DF6C13A613}" dt="2025-05-12T14:26:07.866" v="1142" actId="1035"/>
          <ac:spMkLst>
            <pc:docMk/>
            <pc:sldMk cId="1504603067" sldId="256"/>
            <ac:spMk id="72" creationId="{51EA0933-C044-326B-4907-4C9C91893513}"/>
          </ac:spMkLst>
        </pc:spChg>
        <pc:spChg chg="add mod">
          <ac:chgData name="Fadel Berakdar" userId="8f0901f6-edb2-4c86-ae2b-c7f5a6cc0d94" providerId="ADAL" clId="{077C7388-A4F3-9540-A267-C4DF6C13A613}" dt="2025-05-12T13:06:21.369" v="383"/>
          <ac:spMkLst>
            <pc:docMk/>
            <pc:sldMk cId="1504603067" sldId="256"/>
            <ac:spMk id="73" creationId="{44C5A1C7-56EF-D0FF-93C7-505AAB9876C3}"/>
          </ac:spMkLst>
        </pc:spChg>
        <pc:spChg chg="add mod">
          <ac:chgData name="Fadel Berakdar" userId="8f0901f6-edb2-4c86-ae2b-c7f5a6cc0d94" providerId="ADAL" clId="{077C7388-A4F3-9540-A267-C4DF6C13A613}" dt="2025-05-12T14:26:07.866" v="1142" actId="1035"/>
          <ac:spMkLst>
            <pc:docMk/>
            <pc:sldMk cId="1504603067" sldId="256"/>
            <ac:spMk id="74" creationId="{8D0B196F-EA46-5047-C027-EC73A2BAB5BC}"/>
          </ac:spMkLst>
        </pc:spChg>
        <pc:spChg chg="add mod">
          <ac:chgData name="Fadel Berakdar" userId="8f0901f6-edb2-4c86-ae2b-c7f5a6cc0d94" providerId="ADAL" clId="{077C7388-A4F3-9540-A267-C4DF6C13A613}" dt="2025-05-12T15:44:52.347" v="2109" actId="1038"/>
          <ac:spMkLst>
            <pc:docMk/>
            <pc:sldMk cId="1504603067" sldId="256"/>
            <ac:spMk id="75" creationId="{05B7A4F7-3D8D-89F3-177E-036F0148F88C}"/>
          </ac:spMkLst>
        </pc:spChg>
        <pc:spChg chg="add mod">
          <ac:chgData name="Fadel Berakdar" userId="8f0901f6-edb2-4c86-ae2b-c7f5a6cc0d94" providerId="ADAL" clId="{077C7388-A4F3-9540-A267-C4DF6C13A613}" dt="2025-05-12T14:26:07.866" v="1142" actId="1035"/>
          <ac:spMkLst>
            <pc:docMk/>
            <pc:sldMk cId="1504603067" sldId="256"/>
            <ac:spMk id="76" creationId="{0E7A83C7-2512-B9F3-1C15-B50F3B211ECF}"/>
          </ac:spMkLst>
        </pc:spChg>
        <pc:spChg chg="add mod">
          <ac:chgData name="Fadel Berakdar" userId="8f0901f6-edb2-4c86-ae2b-c7f5a6cc0d94" providerId="ADAL" clId="{077C7388-A4F3-9540-A267-C4DF6C13A613}" dt="2025-05-12T14:26:07.866" v="1142" actId="1035"/>
          <ac:spMkLst>
            <pc:docMk/>
            <pc:sldMk cId="1504603067" sldId="256"/>
            <ac:spMk id="77" creationId="{4E0455D6-6034-D0A6-3001-08C04D62FD73}"/>
          </ac:spMkLst>
        </pc:spChg>
        <pc:spChg chg="add mod">
          <ac:chgData name="Fadel Berakdar" userId="8f0901f6-edb2-4c86-ae2b-c7f5a6cc0d94" providerId="ADAL" clId="{077C7388-A4F3-9540-A267-C4DF6C13A613}" dt="2025-05-12T15:44:52.088" v="2108" actId="1038"/>
          <ac:spMkLst>
            <pc:docMk/>
            <pc:sldMk cId="1504603067" sldId="256"/>
            <ac:spMk id="78" creationId="{A419B5DD-A7D8-DB54-AB0E-3D798C7EB798}"/>
          </ac:spMkLst>
        </pc:spChg>
        <pc:spChg chg="add del mod">
          <ac:chgData name="Fadel Berakdar" userId="8f0901f6-edb2-4c86-ae2b-c7f5a6cc0d94" providerId="ADAL" clId="{077C7388-A4F3-9540-A267-C4DF6C13A613}" dt="2025-05-12T14:18:59.906" v="1028" actId="478"/>
          <ac:spMkLst>
            <pc:docMk/>
            <pc:sldMk cId="1504603067" sldId="256"/>
            <ac:spMk id="79" creationId="{33FD2927-BBA0-DE15-6E4D-009648FFAC85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0" creationId="{39A169A8-FEB8-511E-7176-9A28FF87673B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1" creationId="{10F39498-73BE-C61A-5A9E-43F335ACFD0B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2" creationId="{C8B29E7F-EDD6-F5AA-A3C2-AC8A517F0F03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3" creationId="{E97B0D7C-ECE1-5C22-81E8-C644614861F6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4" creationId="{813E1C44-40FE-CA4F-8ED8-5823100076DE}"/>
          </ac:spMkLst>
        </pc:spChg>
        <pc:spChg chg="add mod">
          <ac:chgData name="Fadel Berakdar" userId="8f0901f6-edb2-4c86-ae2b-c7f5a6cc0d94" providerId="ADAL" clId="{077C7388-A4F3-9540-A267-C4DF6C13A613}" dt="2025-05-12T14:28:41.105" v="1264" actId="465"/>
          <ac:spMkLst>
            <pc:docMk/>
            <pc:sldMk cId="1504603067" sldId="256"/>
            <ac:spMk id="85" creationId="{6BF152C5-F225-8487-6C97-367073B65F0C}"/>
          </ac:spMkLst>
        </pc:spChg>
        <pc:spChg chg="add del mod">
          <ac:chgData name="Fadel Berakdar" userId="8f0901f6-edb2-4c86-ae2b-c7f5a6cc0d94" providerId="ADAL" clId="{077C7388-A4F3-9540-A267-C4DF6C13A613}" dt="2025-05-12T13:19:52.940" v="535" actId="478"/>
          <ac:spMkLst>
            <pc:docMk/>
            <pc:sldMk cId="1504603067" sldId="256"/>
            <ac:spMk id="86" creationId="{03B45E5E-E185-84E6-8E09-BC538560FDE9}"/>
          </ac:spMkLst>
        </pc:spChg>
        <pc:spChg chg="add mod">
          <ac:chgData name="Fadel Berakdar" userId="8f0901f6-edb2-4c86-ae2b-c7f5a6cc0d94" providerId="ADAL" clId="{077C7388-A4F3-9540-A267-C4DF6C13A613}" dt="2025-05-12T15:42:07.509" v="2050" actId="14100"/>
          <ac:spMkLst>
            <pc:docMk/>
            <pc:sldMk cId="1504603067" sldId="256"/>
            <ac:spMk id="87" creationId="{D34F7F83-90C6-3DC0-E5B8-ACF7927309E1}"/>
          </ac:spMkLst>
        </pc:spChg>
        <pc:spChg chg="add mod">
          <ac:chgData name="Fadel Berakdar" userId="8f0901f6-edb2-4c86-ae2b-c7f5a6cc0d94" providerId="ADAL" clId="{077C7388-A4F3-9540-A267-C4DF6C13A613}" dt="2025-05-12T14:09:09.322" v="781" actId="14100"/>
          <ac:spMkLst>
            <pc:docMk/>
            <pc:sldMk cId="1504603067" sldId="256"/>
            <ac:spMk id="88" creationId="{3752BCB4-6B8D-A3C7-176F-37BC7F897DBB}"/>
          </ac:spMkLst>
        </pc:spChg>
        <pc:spChg chg="add mod">
          <ac:chgData name="Fadel Berakdar" userId="8f0901f6-edb2-4c86-ae2b-c7f5a6cc0d94" providerId="ADAL" clId="{077C7388-A4F3-9540-A267-C4DF6C13A613}" dt="2025-05-12T15:00:00.568" v="1357" actId="1035"/>
          <ac:spMkLst>
            <pc:docMk/>
            <pc:sldMk cId="1504603067" sldId="256"/>
            <ac:spMk id="89" creationId="{371960E9-8759-723B-CBDC-A82981798CC8}"/>
          </ac:spMkLst>
        </pc:spChg>
        <pc:spChg chg="add mod">
          <ac:chgData name="Fadel Berakdar" userId="8f0901f6-edb2-4c86-ae2b-c7f5a6cc0d94" providerId="ADAL" clId="{077C7388-A4F3-9540-A267-C4DF6C13A613}" dt="2025-05-12T15:00:00.568" v="1357" actId="1035"/>
          <ac:spMkLst>
            <pc:docMk/>
            <pc:sldMk cId="1504603067" sldId="256"/>
            <ac:spMk id="90" creationId="{CC5D2CC2-9799-7029-D0D7-0542F533FE5B}"/>
          </ac:spMkLst>
        </pc:spChg>
        <pc:spChg chg="add mod">
          <ac:chgData name="Fadel Berakdar" userId="8f0901f6-edb2-4c86-ae2b-c7f5a6cc0d94" providerId="ADAL" clId="{077C7388-A4F3-9540-A267-C4DF6C13A613}" dt="2025-05-12T15:43:06.418" v="2077" actId="14100"/>
          <ac:spMkLst>
            <pc:docMk/>
            <pc:sldMk cId="1504603067" sldId="256"/>
            <ac:spMk id="91" creationId="{A46BEE0A-EBD4-82D9-E2B7-796A18CE950B}"/>
          </ac:spMkLst>
        </pc:spChg>
        <pc:spChg chg="add mod">
          <ac:chgData name="Fadel Berakdar" userId="8f0901f6-edb2-4c86-ae2b-c7f5a6cc0d94" providerId="ADAL" clId="{077C7388-A4F3-9540-A267-C4DF6C13A613}" dt="2025-05-12T15:44:54.330" v="2114" actId="14100"/>
          <ac:spMkLst>
            <pc:docMk/>
            <pc:sldMk cId="1504603067" sldId="256"/>
            <ac:spMk id="92" creationId="{AFB31DF9-0D74-1696-B266-F12FDABD2E27}"/>
          </ac:spMkLst>
        </pc:spChg>
        <pc:spChg chg="add mod">
          <ac:chgData name="Fadel Berakdar" userId="8f0901f6-edb2-4c86-ae2b-c7f5a6cc0d94" providerId="ADAL" clId="{077C7388-A4F3-9540-A267-C4DF6C13A613}" dt="2025-05-12T15:44:52.929" v="2111" actId="14100"/>
          <ac:spMkLst>
            <pc:docMk/>
            <pc:sldMk cId="1504603067" sldId="256"/>
            <ac:spMk id="93" creationId="{CD5DC363-1906-5E3E-E591-10321BF0A039}"/>
          </ac:spMkLst>
        </pc:spChg>
        <pc:spChg chg="add mod">
          <ac:chgData name="Fadel Berakdar" userId="8f0901f6-edb2-4c86-ae2b-c7f5a6cc0d94" providerId="ADAL" clId="{077C7388-A4F3-9540-A267-C4DF6C13A613}" dt="2025-05-12T15:44:52.612" v="2110" actId="14100"/>
          <ac:spMkLst>
            <pc:docMk/>
            <pc:sldMk cId="1504603067" sldId="256"/>
            <ac:spMk id="94" creationId="{5F28F5D7-3074-7B35-4DFE-2343150427A6}"/>
          </ac:spMkLst>
        </pc:spChg>
        <pc:spChg chg="add mod">
          <ac:chgData name="Fadel Berakdar" userId="8f0901f6-edb2-4c86-ae2b-c7f5a6cc0d94" providerId="ADAL" clId="{077C7388-A4F3-9540-A267-C4DF6C13A613}" dt="2025-05-12T15:44:17.748" v="2087" actId="14100"/>
          <ac:spMkLst>
            <pc:docMk/>
            <pc:sldMk cId="1504603067" sldId="256"/>
            <ac:spMk id="95" creationId="{2C878210-5D66-440F-56A7-36D544BED242}"/>
          </ac:spMkLst>
        </pc:spChg>
        <pc:spChg chg="add mod">
          <ac:chgData name="Fadel Berakdar" userId="8f0901f6-edb2-4c86-ae2b-c7f5a6cc0d94" providerId="ADAL" clId="{077C7388-A4F3-9540-A267-C4DF6C13A613}" dt="2025-05-12T15:44:53.274" v="2112" actId="14100"/>
          <ac:spMkLst>
            <pc:docMk/>
            <pc:sldMk cId="1504603067" sldId="256"/>
            <ac:spMk id="96" creationId="{4F6B7111-9983-00C0-7CDE-BE6758F0B555}"/>
          </ac:spMkLst>
        </pc:spChg>
        <pc:spChg chg="add mod">
          <ac:chgData name="Fadel Berakdar" userId="8f0901f6-edb2-4c86-ae2b-c7f5a6cc0d94" providerId="ADAL" clId="{077C7388-A4F3-9540-A267-C4DF6C13A613}" dt="2025-05-12T15:44:53.822" v="2113" actId="14100"/>
          <ac:spMkLst>
            <pc:docMk/>
            <pc:sldMk cId="1504603067" sldId="256"/>
            <ac:spMk id="97" creationId="{8DBB6234-660E-D436-AB4C-68B186A54A31}"/>
          </ac:spMkLst>
        </pc:spChg>
        <pc:spChg chg="add mod">
          <ac:chgData name="Fadel Berakdar" userId="8f0901f6-edb2-4c86-ae2b-c7f5a6cc0d94" providerId="ADAL" clId="{077C7388-A4F3-9540-A267-C4DF6C13A613}" dt="2025-05-12T15:42:21.128" v="2075" actId="1036"/>
          <ac:spMkLst>
            <pc:docMk/>
            <pc:sldMk cId="1504603067" sldId="256"/>
            <ac:spMk id="105" creationId="{38248067-31A6-331B-67E9-2BFEE30A3D92}"/>
          </ac:spMkLst>
        </pc:spChg>
        <pc:spChg chg="add mod">
          <ac:chgData name="Fadel Berakdar" userId="8f0901f6-edb2-4c86-ae2b-c7f5a6cc0d94" providerId="ADAL" clId="{077C7388-A4F3-9540-A267-C4DF6C13A613}" dt="2025-05-12T15:31:08.244" v="1647" actId="1037"/>
          <ac:spMkLst>
            <pc:docMk/>
            <pc:sldMk cId="1504603067" sldId="256"/>
            <ac:spMk id="106" creationId="{FE26AB9E-A8AB-EC6E-7FBF-CC61307B8CCB}"/>
          </ac:spMkLst>
        </pc:spChg>
        <pc:spChg chg="add del mod">
          <ac:chgData name="Fadel Berakdar" userId="8f0901f6-edb2-4c86-ae2b-c7f5a6cc0d94" providerId="ADAL" clId="{077C7388-A4F3-9540-A267-C4DF6C13A613}" dt="2025-05-12T15:15:58.662" v="1499" actId="478"/>
          <ac:spMkLst>
            <pc:docMk/>
            <pc:sldMk cId="1504603067" sldId="256"/>
            <ac:spMk id="107" creationId="{15A508E2-E219-CAC7-AEE9-49BDE05EF028}"/>
          </ac:spMkLst>
        </pc:spChg>
        <pc:spChg chg="add del mod">
          <ac:chgData name="Fadel Berakdar" userId="8f0901f6-edb2-4c86-ae2b-c7f5a6cc0d94" providerId="ADAL" clId="{077C7388-A4F3-9540-A267-C4DF6C13A613}" dt="2025-05-12T15:21:41.338" v="1512" actId="478"/>
          <ac:spMkLst>
            <pc:docMk/>
            <pc:sldMk cId="1504603067" sldId="256"/>
            <ac:spMk id="108" creationId="{6C56888D-FC13-C8C7-A765-FF2EB0168695}"/>
          </ac:spMkLst>
        </pc:spChg>
        <pc:spChg chg="add mod">
          <ac:chgData name="Fadel Berakdar" userId="8f0901f6-edb2-4c86-ae2b-c7f5a6cc0d94" providerId="ADAL" clId="{077C7388-A4F3-9540-A267-C4DF6C13A613}" dt="2025-05-12T15:34:36.553" v="1750" actId="1035"/>
          <ac:spMkLst>
            <pc:docMk/>
            <pc:sldMk cId="1504603067" sldId="256"/>
            <ac:spMk id="112" creationId="{D52043B9-FF27-24E2-742B-C5F7A37DCF3D}"/>
          </ac:spMkLst>
        </pc:spChg>
        <pc:spChg chg="add mod">
          <ac:chgData name="Fadel Berakdar" userId="8f0901f6-edb2-4c86-ae2b-c7f5a6cc0d94" providerId="ADAL" clId="{077C7388-A4F3-9540-A267-C4DF6C13A613}" dt="2025-05-12T15:48:25.622" v="2148" actId="14100"/>
          <ac:spMkLst>
            <pc:docMk/>
            <pc:sldMk cId="1504603067" sldId="256"/>
            <ac:spMk id="113" creationId="{CF020621-E1DD-B8AE-4C4F-65CE02C9E2B0}"/>
          </ac:spMkLst>
        </pc:spChg>
        <pc:spChg chg="add del mod">
          <ac:chgData name="Fadel Berakdar" userId="8f0901f6-edb2-4c86-ae2b-c7f5a6cc0d94" providerId="ADAL" clId="{077C7388-A4F3-9540-A267-C4DF6C13A613}" dt="2025-05-12T15:50:25.646" v="2159" actId="478"/>
          <ac:spMkLst>
            <pc:docMk/>
            <pc:sldMk cId="1504603067" sldId="256"/>
            <ac:spMk id="114" creationId="{B14112B9-24D9-4789-2877-F5B9B9BF48C4}"/>
          </ac:spMkLst>
        </pc:spChg>
        <pc:grpChg chg="add mod">
          <ac:chgData name="Fadel Berakdar" userId="8f0901f6-edb2-4c86-ae2b-c7f5a6cc0d94" providerId="ADAL" clId="{077C7388-A4F3-9540-A267-C4DF6C13A613}" dt="2025-05-12T12:35:38.345" v="1"/>
          <ac:grpSpMkLst>
            <pc:docMk/>
            <pc:sldMk cId="1504603067" sldId="256"/>
            <ac:grpSpMk id="4" creationId="{43721272-D51D-382D-BCD7-83A51D694E1D}"/>
          </ac:grpSpMkLst>
        </pc:grpChg>
        <pc:grpChg chg="add mod">
          <ac:chgData name="Fadel Berakdar" userId="8f0901f6-edb2-4c86-ae2b-c7f5a6cc0d94" providerId="ADAL" clId="{077C7388-A4F3-9540-A267-C4DF6C13A613}" dt="2025-05-12T12:39:39.953" v="3"/>
          <ac:grpSpMkLst>
            <pc:docMk/>
            <pc:sldMk cId="1504603067" sldId="256"/>
            <ac:grpSpMk id="18" creationId="{F4837063-BA09-2DE5-3076-C48825860957}"/>
          </ac:grpSpMkLst>
        </pc:grpChg>
        <pc:grpChg chg="add mod">
          <ac:chgData name="Fadel Berakdar" userId="8f0901f6-edb2-4c86-ae2b-c7f5a6cc0d94" providerId="ADAL" clId="{077C7388-A4F3-9540-A267-C4DF6C13A613}" dt="2025-05-12T12:40:35.427" v="5"/>
          <ac:grpSpMkLst>
            <pc:docMk/>
            <pc:sldMk cId="1504603067" sldId="256"/>
            <ac:grpSpMk id="32" creationId="{351C1B86-6CB2-ABF4-93C2-2FAE463C52A5}"/>
          </ac:grpSpMkLst>
        </pc:grpChg>
        <pc:picChg chg="add del mod">
          <ac:chgData name="Fadel Berakdar" userId="8f0901f6-edb2-4c86-ae2b-c7f5a6cc0d94" providerId="ADAL" clId="{077C7388-A4F3-9540-A267-C4DF6C13A613}" dt="2025-05-12T12:48:08.759" v="165" actId="478"/>
          <ac:picMkLst>
            <pc:docMk/>
            <pc:sldMk cId="1504603067" sldId="256"/>
            <ac:picMk id="57" creationId="{1EBB43BA-EBA5-6D65-5CAB-2841AF22393B}"/>
          </ac:picMkLst>
        </pc:picChg>
        <pc:picChg chg="add mod modCrop">
          <ac:chgData name="Fadel Berakdar" userId="8f0901f6-edb2-4c86-ae2b-c7f5a6cc0d94" providerId="ADAL" clId="{077C7388-A4F3-9540-A267-C4DF6C13A613}" dt="2025-05-12T15:34:15.845" v="1698" actId="1076"/>
          <ac:picMkLst>
            <pc:docMk/>
            <pc:sldMk cId="1504603067" sldId="256"/>
            <ac:picMk id="69" creationId="{DE94408A-0937-A22F-ABE8-A80D4AD3E042}"/>
          </ac:picMkLst>
        </pc:picChg>
        <pc:picChg chg="add mod">
          <ac:chgData name="Fadel Berakdar" userId="8f0901f6-edb2-4c86-ae2b-c7f5a6cc0d94" providerId="ADAL" clId="{077C7388-A4F3-9540-A267-C4DF6C13A613}" dt="2025-05-12T15:27:16.124" v="1622" actId="1035"/>
          <ac:picMkLst>
            <pc:docMk/>
            <pc:sldMk cId="1504603067" sldId="256"/>
            <ac:picMk id="110" creationId="{1B332B0C-C65F-B77A-EB42-3BB63A38892C}"/>
          </ac:picMkLst>
        </pc:picChg>
        <pc:cxnChg chg="add mod">
          <ac:chgData name="Fadel Berakdar" userId="8f0901f6-edb2-4c86-ae2b-c7f5a6cc0d94" providerId="ADAL" clId="{077C7388-A4F3-9540-A267-C4DF6C13A613}" dt="2025-05-12T14:46:28.601" v="1311" actId="14100"/>
          <ac:cxnSpMkLst>
            <pc:docMk/>
            <pc:sldMk cId="1504603067" sldId="256"/>
            <ac:cxnSpMk id="99" creationId="{9D961455-B0E1-0DE5-A15D-3F0476C8FF37}"/>
          </ac:cxnSpMkLst>
        </pc:cxnChg>
        <pc:cxnChg chg="add mod">
          <ac:chgData name="Fadel Berakdar" userId="8f0901f6-edb2-4c86-ae2b-c7f5a6cc0d94" providerId="ADAL" clId="{077C7388-A4F3-9540-A267-C4DF6C13A613}" dt="2025-05-12T15:00:00.568" v="1357" actId="1035"/>
          <ac:cxnSpMkLst>
            <pc:docMk/>
            <pc:sldMk cId="1504603067" sldId="256"/>
            <ac:cxnSpMk id="100" creationId="{DE2C1FA4-D458-41BA-7CA5-8D475CCA27CB}"/>
          </ac:cxnSpMkLst>
        </pc:cxnChg>
        <pc:cxnChg chg="add mod">
          <ac:chgData name="Fadel Berakdar" userId="8f0901f6-edb2-4c86-ae2b-c7f5a6cc0d94" providerId="ADAL" clId="{077C7388-A4F3-9540-A267-C4DF6C13A613}" dt="2025-05-12T15:27:06.860" v="1614" actId="14100"/>
          <ac:cxnSpMkLst>
            <pc:docMk/>
            <pc:sldMk cId="1504603067" sldId="256"/>
            <ac:cxnSpMk id="102" creationId="{23F31A6C-2D3D-5B58-B4C9-F3EB76ECE490}"/>
          </ac:cxnSpMkLst>
        </pc:cxnChg>
        <pc:cxnChg chg="add del mod">
          <ac:chgData name="Fadel Berakdar" userId="8f0901f6-edb2-4c86-ae2b-c7f5a6cc0d94" providerId="ADAL" clId="{077C7388-A4F3-9540-A267-C4DF6C13A613}" dt="2025-05-12T15:11:46.852" v="1447" actId="478"/>
          <ac:cxnSpMkLst>
            <pc:docMk/>
            <pc:sldMk cId="1504603067" sldId="256"/>
            <ac:cxnSpMk id="103" creationId="{EC220716-86DA-F71E-0016-C4312131EAD1}"/>
          </ac:cxnSpMkLst>
        </pc:cxnChg>
      </pc:sldChg>
      <pc:sldChg chg="delSp modSp add del mod delAnim">
        <pc:chgData name="Fadel Berakdar" userId="8f0901f6-edb2-4c86-ae2b-c7f5a6cc0d94" providerId="ADAL" clId="{077C7388-A4F3-9540-A267-C4DF6C13A613}" dt="2025-05-13T16:56:38.095" v="4886" actId="2696"/>
        <pc:sldMkLst>
          <pc:docMk/>
          <pc:sldMk cId="1335411101" sldId="257"/>
        </pc:sldMkLst>
        <pc:spChg chg="mod">
          <ac:chgData name="Fadel Berakdar" userId="8f0901f6-edb2-4c86-ae2b-c7f5a6cc0d94" providerId="ADAL" clId="{077C7388-A4F3-9540-A267-C4DF6C13A613}" dt="2025-05-12T14:38:38.212" v="1298" actId="1076"/>
          <ac:spMkLst>
            <pc:docMk/>
            <pc:sldMk cId="1335411101" sldId="257"/>
            <ac:spMk id="47" creationId="{C7786461-1AFC-14A3-AD14-38EA33F3E2EB}"/>
          </ac:spMkLst>
        </pc:spChg>
        <pc:spChg chg="del">
          <ac:chgData name="Fadel Berakdar" userId="8f0901f6-edb2-4c86-ae2b-c7f5a6cc0d94" providerId="ADAL" clId="{077C7388-A4F3-9540-A267-C4DF6C13A613}" dt="2025-05-12T14:38:14.435" v="1290" actId="478"/>
          <ac:spMkLst>
            <pc:docMk/>
            <pc:sldMk cId="1335411101" sldId="257"/>
            <ac:spMk id="49" creationId="{CA46052D-0023-065B-AD27-61BAC240AF30}"/>
          </ac:spMkLst>
        </pc:spChg>
        <pc:spChg chg="mod">
          <ac:chgData name="Fadel Berakdar" userId="8f0901f6-edb2-4c86-ae2b-c7f5a6cc0d94" providerId="ADAL" clId="{077C7388-A4F3-9540-A267-C4DF6C13A613}" dt="2025-05-12T14:38:21.562" v="1292" actId="14100"/>
          <ac:spMkLst>
            <pc:docMk/>
            <pc:sldMk cId="1335411101" sldId="257"/>
            <ac:spMk id="52" creationId="{40DBD6B8-33BB-66F8-F94C-2871486A6875}"/>
          </ac:spMkLst>
        </pc:spChg>
        <pc:spChg chg="mod">
          <ac:chgData name="Fadel Berakdar" userId="8f0901f6-edb2-4c86-ae2b-c7f5a6cc0d94" providerId="ADAL" clId="{077C7388-A4F3-9540-A267-C4DF6C13A613}" dt="2025-05-12T14:38:33.269" v="1297" actId="1038"/>
          <ac:spMkLst>
            <pc:docMk/>
            <pc:sldMk cId="1335411101" sldId="257"/>
            <ac:spMk id="53" creationId="{7139D7B6-B7CA-8D45-5FEA-C4E5F1C26F30}"/>
          </ac:spMkLst>
        </pc:spChg>
        <pc:spChg chg="del">
          <ac:chgData name="Fadel Berakdar" userId="8f0901f6-edb2-4c86-ae2b-c7f5a6cc0d94" providerId="ADAL" clId="{077C7388-A4F3-9540-A267-C4DF6C13A613}" dt="2025-05-12T14:38:14.435" v="1290" actId="478"/>
          <ac:spMkLst>
            <pc:docMk/>
            <pc:sldMk cId="1335411101" sldId="257"/>
            <ac:spMk id="89" creationId="{10A91D5C-D296-4BF7-035D-4AA28A14F316}"/>
          </ac:spMkLst>
        </pc:spChg>
        <pc:spChg chg="del">
          <ac:chgData name="Fadel Berakdar" userId="8f0901f6-edb2-4c86-ae2b-c7f5a6cc0d94" providerId="ADAL" clId="{077C7388-A4F3-9540-A267-C4DF6C13A613}" dt="2025-05-12T14:38:14.435" v="1290" actId="478"/>
          <ac:spMkLst>
            <pc:docMk/>
            <pc:sldMk cId="1335411101" sldId="257"/>
            <ac:spMk id="90" creationId="{ECC4146C-5F6B-AD7B-FAE0-C0BBDC97E1F1}"/>
          </ac:spMkLst>
        </pc:spChg>
      </pc:sldChg>
      <pc:sldChg chg="addSp delSp modSp add del mod">
        <pc:chgData name="Fadel Berakdar" userId="8f0901f6-edb2-4c86-ae2b-c7f5a6cc0d94" providerId="ADAL" clId="{077C7388-A4F3-9540-A267-C4DF6C13A613}" dt="2025-05-13T16:56:23.083" v="4884" actId="2696"/>
        <pc:sldMkLst>
          <pc:docMk/>
          <pc:sldMk cId="9267448" sldId="258"/>
        </pc:sldMkLst>
        <pc:spChg chg="mod">
          <ac:chgData name="Fadel Berakdar" userId="8f0901f6-edb2-4c86-ae2b-c7f5a6cc0d94" providerId="ADAL" clId="{077C7388-A4F3-9540-A267-C4DF6C13A613}" dt="2025-05-12T16:32:58.870" v="2401" actId="1035"/>
          <ac:spMkLst>
            <pc:docMk/>
            <pc:sldMk cId="9267448" sldId="258"/>
            <ac:spMk id="56" creationId="{1D3B2549-2E6B-4085-EA5E-5A239D05EB40}"/>
          </ac:spMkLst>
        </pc:spChg>
        <pc:spChg chg="mod">
          <ac:chgData name="Fadel Berakdar" userId="8f0901f6-edb2-4c86-ae2b-c7f5a6cc0d94" providerId="ADAL" clId="{077C7388-A4F3-9540-A267-C4DF6C13A613}" dt="2025-05-12T15:55:18.781" v="2265" actId="14100"/>
          <ac:spMkLst>
            <pc:docMk/>
            <pc:sldMk cId="9267448" sldId="258"/>
            <ac:spMk id="58" creationId="{460988E4-CEDB-BD8A-320D-DC742C16BBBE}"/>
          </ac:spMkLst>
        </pc:spChg>
        <pc:spChg chg="mod">
          <ac:chgData name="Fadel Berakdar" userId="8f0901f6-edb2-4c86-ae2b-c7f5a6cc0d94" providerId="ADAL" clId="{077C7388-A4F3-9540-A267-C4DF6C13A613}" dt="2025-05-12T15:57:15.998" v="2312" actId="14100"/>
          <ac:spMkLst>
            <pc:docMk/>
            <pc:sldMk cId="9267448" sldId="258"/>
            <ac:spMk id="59" creationId="{83BBF529-8084-7018-4867-5D887303C768}"/>
          </ac:spMkLst>
        </pc:spChg>
        <pc:spChg chg="mod">
          <ac:chgData name="Fadel Berakdar" userId="8f0901f6-edb2-4c86-ae2b-c7f5a6cc0d94" providerId="ADAL" clId="{077C7388-A4F3-9540-A267-C4DF6C13A613}" dt="2025-05-12T16:00:02.011" v="2372" actId="403"/>
          <ac:spMkLst>
            <pc:docMk/>
            <pc:sldMk cId="9267448" sldId="258"/>
            <ac:spMk id="61" creationId="{7C964D45-7D70-4DF2-3287-A1BB370E65CC}"/>
          </ac:spMkLst>
        </pc:spChg>
        <pc:spChg chg="mod">
          <ac:chgData name="Fadel Berakdar" userId="8f0901f6-edb2-4c86-ae2b-c7f5a6cc0d94" providerId="ADAL" clId="{077C7388-A4F3-9540-A267-C4DF6C13A613}" dt="2025-05-12T16:32:42.461" v="2393" actId="1035"/>
          <ac:spMkLst>
            <pc:docMk/>
            <pc:sldMk cId="9267448" sldId="258"/>
            <ac:spMk id="63" creationId="{88E305D6-F168-938D-7E65-2086A84446DE}"/>
          </ac:spMkLst>
        </pc:spChg>
        <pc:spChg chg="mod">
          <ac:chgData name="Fadel Berakdar" userId="8f0901f6-edb2-4c86-ae2b-c7f5a6cc0d94" providerId="ADAL" clId="{077C7388-A4F3-9540-A267-C4DF6C13A613}" dt="2025-05-12T15:57:32.772" v="2323" actId="14100"/>
          <ac:spMkLst>
            <pc:docMk/>
            <pc:sldMk cId="9267448" sldId="258"/>
            <ac:spMk id="64" creationId="{6634C3F4-570C-D8C8-6513-331222809635}"/>
          </ac:spMkLst>
        </pc:spChg>
        <pc:spChg chg="mod">
          <ac:chgData name="Fadel Berakdar" userId="8f0901f6-edb2-4c86-ae2b-c7f5a6cc0d94" providerId="ADAL" clId="{077C7388-A4F3-9540-A267-C4DF6C13A613}" dt="2025-05-12T16:32:51.649" v="2397" actId="1035"/>
          <ac:spMkLst>
            <pc:docMk/>
            <pc:sldMk cId="9267448" sldId="258"/>
            <ac:spMk id="66" creationId="{60AF3D4E-5CF5-3D44-F7FF-8A913BF2B061}"/>
          </ac:spMkLst>
        </pc:spChg>
        <pc:spChg chg="mod">
          <ac:chgData name="Fadel Berakdar" userId="8f0901f6-edb2-4c86-ae2b-c7f5a6cc0d94" providerId="ADAL" clId="{077C7388-A4F3-9540-A267-C4DF6C13A613}" dt="2025-05-12T15:58:33.477" v="2334" actId="14100"/>
          <ac:spMkLst>
            <pc:docMk/>
            <pc:sldMk cId="9267448" sldId="258"/>
            <ac:spMk id="67" creationId="{42CECE94-0598-B98D-8198-9A5AFADC1300}"/>
          </ac:spMkLst>
        </pc:spChg>
        <pc:spChg chg="mod">
          <ac:chgData name="Fadel Berakdar" userId="8f0901f6-edb2-4c86-ae2b-c7f5a6cc0d94" providerId="ADAL" clId="{077C7388-A4F3-9540-A267-C4DF6C13A613}" dt="2025-05-12T15:54:52.921" v="2263" actId="1036"/>
          <ac:spMkLst>
            <pc:docMk/>
            <pc:sldMk cId="9267448" sldId="258"/>
            <ac:spMk id="70" creationId="{4E865D2B-9C52-8135-7598-795E10094CF1}"/>
          </ac:spMkLst>
        </pc:spChg>
        <pc:spChg chg="mod">
          <ac:chgData name="Fadel Berakdar" userId="8f0901f6-edb2-4c86-ae2b-c7f5a6cc0d94" providerId="ADAL" clId="{077C7388-A4F3-9540-A267-C4DF6C13A613}" dt="2025-05-12T15:56:45.173" v="2271" actId="1038"/>
          <ac:spMkLst>
            <pc:docMk/>
            <pc:sldMk cId="9267448" sldId="258"/>
            <ac:spMk id="77" creationId="{85543DEA-07D9-6E87-5D0F-73483103B85C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78" creationId="{DA29D2BF-C893-6E25-1898-8F4580CD4ADF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0" creationId="{F891E213-E22B-4D95-282C-89EF0DD2A7C0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1" creationId="{DA262FD0-2011-83B0-8003-864337F63B86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2" creationId="{ACE6DB36-32B8-E57A-E8D6-08E82C9A3A0C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3" creationId="{3167E734-0EB4-EF45-B4D2-F660E8B8278F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4" creationId="{9FAA81D8-B1CC-3BAD-C317-B700A7D76228}"/>
          </ac:spMkLst>
        </pc:spChg>
        <pc:spChg chg="mod">
          <ac:chgData name="Fadel Berakdar" userId="8f0901f6-edb2-4c86-ae2b-c7f5a6cc0d94" providerId="ADAL" clId="{077C7388-A4F3-9540-A267-C4DF6C13A613}" dt="2025-05-12T16:00:05.128" v="2373" actId="403"/>
          <ac:spMkLst>
            <pc:docMk/>
            <pc:sldMk cId="9267448" sldId="258"/>
            <ac:spMk id="87" creationId="{8F33BD45-BFC5-E5AF-04BD-93EAF5C37020}"/>
          </ac:spMkLst>
        </pc:spChg>
        <pc:spChg chg="mod">
          <ac:chgData name="Fadel Berakdar" userId="8f0901f6-edb2-4c86-ae2b-c7f5a6cc0d94" providerId="ADAL" clId="{077C7388-A4F3-9540-A267-C4DF6C13A613}" dt="2025-05-13T15:41:39.395" v="3718" actId="1076"/>
          <ac:spMkLst>
            <pc:docMk/>
            <pc:sldMk cId="9267448" sldId="258"/>
            <ac:spMk id="88" creationId="{37306F28-43A1-6536-05BD-18CFE31A5C74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91" creationId="{37F9BF5F-E00F-1BFC-A7B9-82A1DC00F27F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93" creationId="{89833BF4-C07B-31B0-78E0-20974A146680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95" creationId="{F16BC87D-CF46-7065-5618-48AD2AA868AB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96" creationId="{43B1C930-0A14-6061-6403-7A0656F1B5CF}"/>
          </ac:spMkLst>
        </pc:spChg>
        <pc:spChg chg="mod">
          <ac:chgData name="Fadel Berakdar" userId="8f0901f6-edb2-4c86-ae2b-c7f5a6cc0d94" providerId="ADAL" clId="{077C7388-A4F3-9540-A267-C4DF6C13A613}" dt="2025-05-12T15:57:01.795" v="2309" actId="1037"/>
          <ac:spMkLst>
            <pc:docMk/>
            <pc:sldMk cId="9267448" sldId="258"/>
            <ac:spMk id="97" creationId="{2891A2E4-FB24-32BF-A385-3282D876A59B}"/>
          </ac:spMkLst>
        </pc:spChg>
        <pc:spChg chg="mod">
          <ac:chgData name="Fadel Berakdar" userId="8f0901f6-edb2-4c86-ae2b-c7f5a6cc0d94" providerId="ADAL" clId="{077C7388-A4F3-9540-A267-C4DF6C13A613}" dt="2025-05-12T15:57:20.326" v="2322" actId="1037"/>
          <ac:spMkLst>
            <pc:docMk/>
            <pc:sldMk cId="9267448" sldId="258"/>
            <ac:spMk id="106" creationId="{3B446A19-647D-D163-95EF-5E379C3B3250}"/>
          </ac:spMkLst>
        </pc:spChg>
        <pc:spChg chg="mod">
          <ac:chgData name="Fadel Berakdar" userId="8f0901f6-edb2-4c86-ae2b-c7f5a6cc0d94" providerId="ADAL" clId="{077C7388-A4F3-9540-A267-C4DF6C13A613}" dt="2025-05-12T15:58:42.559" v="2340" actId="1037"/>
          <ac:spMkLst>
            <pc:docMk/>
            <pc:sldMk cId="9267448" sldId="258"/>
            <ac:spMk id="112" creationId="{CB4221FA-493A-9F5C-CEA2-4780A69F4AE7}"/>
          </ac:spMkLst>
        </pc:spChg>
        <pc:spChg chg="mod">
          <ac:chgData name="Fadel Berakdar" userId="8f0901f6-edb2-4c86-ae2b-c7f5a6cc0d94" providerId="ADAL" clId="{077C7388-A4F3-9540-A267-C4DF6C13A613}" dt="2025-05-12T16:00:39.025" v="2380" actId="20577"/>
          <ac:spMkLst>
            <pc:docMk/>
            <pc:sldMk cId="9267448" sldId="258"/>
            <ac:spMk id="113" creationId="{AC04CFCC-A9FD-E153-7637-EE33FE016A37}"/>
          </ac:spMkLst>
        </pc:spChg>
        <pc:picChg chg="add del mod">
          <ac:chgData name="Fadel Berakdar" userId="8f0901f6-edb2-4c86-ae2b-c7f5a6cc0d94" providerId="ADAL" clId="{077C7388-A4F3-9540-A267-C4DF6C13A613}" dt="2025-05-12T16:32:33.818" v="2389" actId="478"/>
          <ac:picMkLst>
            <pc:docMk/>
            <pc:sldMk cId="9267448" sldId="258"/>
            <ac:picMk id="7" creationId="{79D0426F-1FE8-6200-E434-007DCA0A931C}"/>
          </ac:picMkLst>
        </pc:picChg>
        <pc:picChg chg="mod">
          <ac:chgData name="Fadel Berakdar" userId="8f0901f6-edb2-4c86-ae2b-c7f5a6cc0d94" providerId="ADAL" clId="{077C7388-A4F3-9540-A267-C4DF6C13A613}" dt="2025-05-12T16:39:20.884" v="2402" actId="1076"/>
          <ac:picMkLst>
            <pc:docMk/>
            <pc:sldMk cId="9267448" sldId="258"/>
            <ac:picMk id="69" creationId="{9BCA40E3-590C-96B9-3C07-D2B96ABBA017}"/>
          </ac:picMkLst>
        </pc:picChg>
        <pc:cxnChg chg="add del mod">
          <ac:chgData name="Fadel Berakdar" userId="8f0901f6-edb2-4c86-ae2b-c7f5a6cc0d94" providerId="ADAL" clId="{077C7388-A4F3-9540-A267-C4DF6C13A613}" dt="2025-05-12T15:57:55.449" v="2325" actId="11529"/>
          <ac:cxnSpMkLst>
            <pc:docMk/>
            <pc:sldMk cId="9267448" sldId="258"/>
            <ac:cxnSpMk id="3" creationId="{081E71E6-9A3F-F84C-93C3-D254A664C414}"/>
          </ac:cxnSpMkLst>
        </pc:cxnChg>
        <pc:cxnChg chg="add mod">
          <ac:chgData name="Fadel Berakdar" userId="8f0901f6-edb2-4c86-ae2b-c7f5a6cc0d94" providerId="ADAL" clId="{077C7388-A4F3-9540-A267-C4DF6C13A613}" dt="2025-05-12T15:58:51.184" v="2342" actId="1076"/>
          <ac:cxnSpMkLst>
            <pc:docMk/>
            <pc:sldMk cId="9267448" sldId="258"/>
            <ac:cxnSpMk id="5" creationId="{E36AC3B0-927D-B77F-9202-6DF1882C226A}"/>
          </ac:cxnSpMkLst>
        </pc:cxnChg>
      </pc:sldChg>
      <pc:sldChg chg="addSp delSp modSp add mod">
        <pc:chgData name="Fadel Berakdar" userId="8f0901f6-edb2-4c86-ae2b-c7f5a6cc0d94" providerId="ADAL" clId="{077C7388-A4F3-9540-A267-C4DF6C13A613}" dt="2025-05-13T14:03:50.802" v="2911" actId="1076"/>
        <pc:sldMkLst>
          <pc:docMk/>
          <pc:sldMk cId="487542268" sldId="259"/>
        </pc:sldMkLst>
        <pc:spChg chg="del">
          <ac:chgData name="Fadel Berakdar" userId="8f0901f6-edb2-4c86-ae2b-c7f5a6cc0d94" providerId="ADAL" clId="{077C7388-A4F3-9540-A267-C4DF6C13A613}" dt="2025-05-12T17:04:27.454" v="2404" actId="478"/>
          <ac:spMkLst>
            <pc:docMk/>
            <pc:sldMk cId="487542268" sldId="259"/>
            <ac:spMk id="3" creationId="{47A88682-F81D-384B-3F20-381FDB7955E2}"/>
          </ac:spMkLst>
        </pc:spChg>
        <pc:spChg chg="add mod">
          <ac:chgData name="Fadel Berakdar" userId="8f0901f6-edb2-4c86-ae2b-c7f5a6cc0d94" providerId="ADAL" clId="{077C7388-A4F3-9540-A267-C4DF6C13A613}" dt="2025-05-12T18:38:02.912" v="2907" actId="1076"/>
          <ac:spMkLst>
            <pc:docMk/>
            <pc:sldMk cId="487542268" sldId="259"/>
            <ac:spMk id="7" creationId="{8950D8BF-0A3E-601D-D018-5F2F8E437486}"/>
          </ac:spMkLst>
        </pc:spChg>
        <pc:spChg chg="add mod">
          <ac:chgData name="Fadel Berakdar" userId="8f0901f6-edb2-4c86-ae2b-c7f5a6cc0d94" providerId="ADAL" clId="{077C7388-A4F3-9540-A267-C4DF6C13A613}" dt="2025-05-12T18:30:20.797" v="2864" actId="1076"/>
          <ac:spMkLst>
            <pc:docMk/>
            <pc:sldMk cId="487542268" sldId="259"/>
            <ac:spMk id="10" creationId="{E29591E6-B183-34A0-6255-218F13A4A825}"/>
          </ac:spMkLst>
        </pc:spChg>
        <pc:spChg chg="mod">
          <ac:chgData name="Fadel Berakdar" userId="8f0901f6-edb2-4c86-ae2b-c7f5a6cc0d94" providerId="ADAL" clId="{077C7388-A4F3-9540-A267-C4DF6C13A613}" dt="2025-05-12T17:06:09.444" v="2482" actId="1076"/>
          <ac:spMkLst>
            <pc:docMk/>
            <pc:sldMk cId="487542268" sldId="259"/>
            <ac:spMk id="49" creationId="{3F91AFAF-10D1-A66B-D8B8-EA883AC0D98E}"/>
          </ac:spMkLst>
        </pc:spChg>
        <pc:spChg chg="mod">
          <ac:chgData name="Fadel Berakdar" userId="8f0901f6-edb2-4c86-ae2b-c7f5a6cc0d94" providerId="ADAL" clId="{077C7388-A4F3-9540-A267-C4DF6C13A613}" dt="2025-05-12T17:05:08.992" v="2408" actId="1076"/>
          <ac:spMkLst>
            <pc:docMk/>
            <pc:sldMk cId="487542268" sldId="259"/>
            <ac:spMk id="52" creationId="{7996F4E0-7161-0061-F93F-F36CABF04E0B}"/>
          </ac:spMkLst>
        </pc:spChg>
        <pc:spChg chg="mod">
          <ac:chgData name="Fadel Berakdar" userId="8f0901f6-edb2-4c86-ae2b-c7f5a6cc0d94" providerId="ADAL" clId="{077C7388-A4F3-9540-A267-C4DF6C13A613}" dt="2025-05-12T17:05:30.129" v="2457" actId="1035"/>
          <ac:spMkLst>
            <pc:docMk/>
            <pc:sldMk cId="487542268" sldId="259"/>
            <ac:spMk id="53" creationId="{BF1F240E-98E5-BD64-2F91-638D67B4BFD5}"/>
          </ac:spMkLst>
        </pc:spChg>
        <pc:spChg chg="mod">
          <ac:chgData name="Fadel Berakdar" userId="8f0901f6-edb2-4c86-ae2b-c7f5a6cc0d94" providerId="ADAL" clId="{077C7388-A4F3-9540-A267-C4DF6C13A613}" dt="2025-05-12T18:37:57.768" v="2905" actId="14100"/>
          <ac:spMkLst>
            <pc:docMk/>
            <pc:sldMk cId="487542268" sldId="259"/>
            <ac:spMk id="56" creationId="{328450E2-E786-8E71-2D8D-5C38760329FC}"/>
          </ac:spMkLst>
        </pc:spChg>
        <pc:spChg chg="mod">
          <ac:chgData name="Fadel Berakdar" userId="8f0901f6-edb2-4c86-ae2b-c7f5a6cc0d94" providerId="ADAL" clId="{077C7388-A4F3-9540-A267-C4DF6C13A613}" dt="2025-05-12T17:49:20.091" v="2636" actId="20577"/>
          <ac:spMkLst>
            <pc:docMk/>
            <pc:sldMk cId="487542268" sldId="259"/>
            <ac:spMk id="61" creationId="{B0269C9D-5E20-A040-D8F1-5F73F609E005}"/>
          </ac:spMkLst>
        </pc:spChg>
        <pc:spChg chg="mod">
          <ac:chgData name="Fadel Berakdar" userId="8f0901f6-edb2-4c86-ae2b-c7f5a6cc0d94" providerId="ADAL" clId="{077C7388-A4F3-9540-A267-C4DF6C13A613}" dt="2025-05-12T18:31:30.997" v="2870" actId="1035"/>
          <ac:spMkLst>
            <pc:docMk/>
            <pc:sldMk cId="487542268" sldId="259"/>
            <ac:spMk id="63" creationId="{ED488284-247D-144C-91A6-E84F6C34CA97}"/>
          </ac:spMkLst>
        </pc:spChg>
        <pc:spChg chg="mod">
          <ac:chgData name="Fadel Berakdar" userId="8f0901f6-edb2-4c86-ae2b-c7f5a6cc0d94" providerId="ADAL" clId="{077C7388-A4F3-9540-A267-C4DF6C13A613}" dt="2025-05-12T18:31:35.164" v="2873" actId="1035"/>
          <ac:spMkLst>
            <pc:docMk/>
            <pc:sldMk cId="487542268" sldId="259"/>
            <ac:spMk id="66" creationId="{609B51C9-463C-AC81-9D95-997F16A10E58}"/>
          </ac:spMkLst>
        </pc:spChg>
        <pc:spChg chg="mod">
          <ac:chgData name="Fadel Berakdar" userId="8f0901f6-edb2-4c86-ae2b-c7f5a6cc0d94" providerId="ADAL" clId="{077C7388-A4F3-9540-A267-C4DF6C13A613}" dt="2025-05-12T18:26:01.587" v="2651" actId="14100"/>
          <ac:spMkLst>
            <pc:docMk/>
            <pc:sldMk cId="487542268" sldId="259"/>
            <ac:spMk id="67" creationId="{7FA4E730-68EB-F313-3D1D-2E34BE7CB6BC}"/>
          </ac:spMkLst>
        </pc:spChg>
        <pc:spChg chg="mod">
          <ac:chgData name="Fadel Berakdar" userId="8f0901f6-edb2-4c86-ae2b-c7f5a6cc0d94" providerId="ADAL" clId="{077C7388-A4F3-9540-A267-C4DF6C13A613}" dt="2025-05-12T18:31:57.918" v="2889" actId="1035"/>
          <ac:spMkLst>
            <pc:docMk/>
            <pc:sldMk cId="487542268" sldId="259"/>
            <ac:spMk id="70" creationId="{E42A9774-507E-53BE-276E-7661895E8939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72" creationId="{41E58552-E4B1-D680-CA52-32BBDD580E21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74" creationId="{F0FAA8D8-FE71-9BBC-A054-88CA45A457F6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75" creationId="{3E042150-E92C-B920-FA2A-D787036F90A3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77" creationId="{7082DE92-AFF0-F186-434C-D808E4B5343C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78" creationId="{A77B649D-EC35-6C88-573B-F388DD4AF7C1}"/>
          </ac:spMkLst>
        </pc:spChg>
        <pc:spChg chg="mod">
          <ac:chgData name="Fadel Berakdar" userId="8f0901f6-edb2-4c86-ae2b-c7f5a6cc0d94" providerId="ADAL" clId="{077C7388-A4F3-9540-A267-C4DF6C13A613}" dt="2025-05-12T17:49:13.416" v="2635" actId="20577"/>
          <ac:spMkLst>
            <pc:docMk/>
            <pc:sldMk cId="487542268" sldId="259"/>
            <ac:spMk id="87" creationId="{2D661741-1E89-1E09-8EEB-1E1FB1EA4AB1}"/>
          </ac:spMkLst>
        </pc:spChg>
        <pc:spChg chg="mod">
          <ac:chgData name="Fadel Berakdar" userId="8f0901f6-edb2-4c86-ae2b-c7f5a6cc0d94" providerId="ADAL" clId="{077C7388-A4F3-9540-A267-C4DF6C13A613}" dt="2025-05-12T17:05:59.978" v="2481" actId="14100"/>
          <ac:spMkLst>
            <pc:docMk/>
            <pc:sldMk cId="487542268" sldId="259"/>
            <ac:spMk id="89" creationId="{8645558B-8DB7-91A1-D0E8-8CEB95F0C02D}"/>
          </ac:spMkLst>
        </pc:spChg>
        <pc:spChg chg="mod">
          <ac:chgData name="Fadel Berakdar" userId="8f0901f6-edb2-4c86-ae2b-c7f5a6cc0d94" providerId="ADAL" clId="{077C7388-A4F3-9540-A267-C4DF6C13A613}" dt="2025-05-12T17:06:24.803" v="2484" actId="14100"/>
          <ac:spMkLst>
            <pc:docMk/>
            <pc:sldMk cId="487542268" sldId="259"/>
            <ac:spMk id="90" creationId="{63302201-C8C0-D641-E431-6C7195ACB798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92" creationId="{291305E3-D7EE-733B-BC9C-F66A813C35E8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93" creationId="{1F9359ED-5B98-9F04-72DF-3B4DC419954E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95" creationId="{1EBB6B04-9F2E-A3BB-C44D-7101368AEA8B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96" creationId="{AF7F7E39-EEAC-0637-FCD5-4FF0F0733049}"/>
          </ac:spMkLst>
        </pc:spChg>
        <pc:spChg chg="mod">
          <ac:chgData name="Fadel Berakdar" userId="8f0901f6-edb2-4c86-ae2b-c7f5a6cc0d94" providerId="ADAL" clId="{077C7388-A4F3-9540-A267-C4DF6C13A613}" dt="2025-05-12T17:12:53.418" v="2501" actId="1038"/>
          <ac:spMkLst>
            <pc:docMk/>
            <pc:sldMk cId="487542268" sldId="259"/>
            <ac:spMk id="97" creationId="{DE6E16DE-0C59-164C-5364-B98995EAACCB}"/>
          </ac:spMkLst>
        </pc:spChg>
        <pc:spChg chg="mod">
          <ac:chgData name="Fadel Berakdar" userId="8f0901f6-edb2-4c86-ae2b-c7f5a6cc0d94" providerId="ADAL" clId="{077C7388-A4F3-9540-A267-C4DF6C13A613}" dt="2025-05-12T17:47:09.682" v="2544" actId="1036"/>
          <ac:spMkLst>
            <pc:docMk/>
            <pc:sldMk cId="487542268" sldId="259"/>
            <ac:spMk id="105" creationId="{E3A50394-5C63-1D28-99A6-74608260705C}"/>
          </ac:spMkLst>
        </pc:spChg>
        <pc:spChg chg="mod">
          <ac:chgData name="Fadel Berakdar" userId="8f0901f6-edb2-4c86-ae2b-c7f5a6cc0d94" providerId="ADAL" clId="{077C7388-A4F3-9540-A267-C4DF6C13A613}" dt="2025-05-12T17:43:34.877" v="2516" actId="14100"/>
          <ac:spMkLst>
            <pc:docMk/>
            <pc:sldMk cId="487542268" sldId="259"/>
            <ac:spMk id="106" creationId="{E1B8FA37-C9A8-E761-5471-7B29093D6019}"/>
          </ac:spMkLst>
        </pc:spChg>
        <pc:spChg chg="del mod">
          <ac:chgData name="Fadel Berakdar" userId="8f0901f6-edb2-4c86-ae2b-c7f5a6cc0d94" providerId="ADAL" clId="{077C7388-A4F3-9540-A267-C4DF6C13A613}" dt="2025-05-12T18:27:56.928" v="2704" actId="478"/>
          <ac:spMkLst>
            <pc:docMk/>
            <pc:sldMk cId="487542268" sldId="259"/>
            <ac:spMk id="112" creationId="{1932CBCE-E109-FEEC-A761-6917E3F7B82C}"/>
          </ac:spMkLst>
        </pc:spChg>
        <pc:spChg chg="mod">
          <ac:chgData name="Fadel Berakdar" userId="8f0901f6-edb2-4c86-ae2b-c7f5a6cc0d94" providerId="ADAL" clId="{077C7388-A4F3-9540-A267-C4DF6C13A613}" dt="2025-05-13T14:03:50.802" v="2911" actId="1076"/>
          <ac:spMkLst>
            <pc:docMk/>
            <pc:sldMk cId="487542268" sldId="259"/>
            <ac:spMk id="113" creationId="{3671BB16-4B81-2801-6556-023DB62A0AB9}"/>
          </ac:spMkLst>
        </pc:spChg>
        <pc:grpChg chg="mod">
          <ac:chgData name="Fadel Berakdar" userId="8f0901f6-edb2-4c86-ae2b-c7f5a6cc0d94" providerId="ADAL" clId="{077C7388-A4F3-9540-A267-C4DF6C13A613}" dt="2025-05-12T18:23:58.247" v="2638" actId="1076"/>
          <ac:grpSpMkLst>
            <pc:docMk/>
            <pc:sldMk cId="487542268" sldId="259"/>
            <ac:grpSpMk id="2" creationId="{5055668A-29A8-D0AB-8D38-153DF836F6E4}"/>
          </ac:grpSpMkLst>
        </pc:grpChg>
        <pc:picChg chg="mod">
          <ac:chgData name="Fadel Berakdar" userId="8f0901f6-edb2-4c86-ae2b-c7f5a6cc0d94" providerId="ADAL" clId="{077C7388-A4F3-9540-A267-C4DF6C13A613}" dt="2025-05-13T14:02:14.201" v="2909" actId="1076"/>
          <ac:picMkLst>
            <pc:docMk/>
            <pc:sldMk cId="487542268" sldId="259"/>
            <ac:picMk id="4" creationId="{14113BA1-3052-E728-5F24-9396DF94A576}"/>
          </ac:picMkLst>
        </pc:picChg>
        <pc:picChg chg="add mod modCrop">
          <ac:chgData name="Fadel Berakdar" userId="8f0901f6-edb2-4c86-ae2b-c7f5a6cc0d94" providerId="ADAL" clId="{077C7388-A4F3-9540-A267-C4DF6C13A613}" dt="2025-05-12T18:30:06.352" v="2862" actId="1038"/>
          <ac:picMkLst>
            <pc:docMk/>
            <pc:sldMk cId="487542268" sldId="259"/>
            <ac:picMk id="9" creationId="{A2271115-D23F-EE70-BDD6-95292672B934}"/>
          </ac:picMkLst>
        </pc:picChg>
        <pc:picChg chg="del mod">
          <ac:chgData name="Fadel Berakdar" userId="8f0901f6-edb2-4c86-ae2b-c7f5a6cc0d94" providerId="ADAL" clId="{077C7388-A4F3-9540-A267-C4DF6C13A613}" dt="2025-05-12T18:24:01.582" v="2639" actId="478"/>
          <ac:picMkLst>
            <pc:docMk/>
            <pc:sldMk cId="487542268" sldId="259"/>
            <ac:picMk id="69" creationId="{6DF716F1-9C46-A920-0DE2-044925FD1FBB}"/>
          </ac:picMkLst>
        </pc:picChg>
        <pc:cxnChg chg="del">
          <ac:chgData name="Fadel Berakdar" userId="8f0901f6-edb2-4c86-ae2b-c7f5a6cc0d94" providerId="ADAL" clId="{077C7388-A4F3-9540-A267-C4DF6C13A613}" dt="2025-05-12T17:50:47.170" v="2637" actId="478"/>
          <ac:cxnSpMkLst>
            <pc:docMk/>
            <pc:sldMk cId="487542268" sldId="259"/>
            <ac:cxnSpMk id="5" creationId="{32BD948E-2190-770D-C3FC-8FDC99DECEB7}"/>
          </ac:cxnSpMkLst>
        </pc:cxnChg>
        <pc:cxnChg chg="add del mod">
          <ac:chgData name="Fadel Berakdar" userId="8f0901f6-edb2-4c86-ae2b-c7f5a6cc0d94" providerId="ADAL" clId="{077C7388-A4F3-9540-A267-C4DF6C13A613}" dt="2025-05-12T18:35:38.865" v="2901" actId="478"/>
          <ac:cxnSpMkLst>
            <pc:docMk/>
            <pc:sldMk cId="487542268" sldId="259"/>
            <ac:cxnSpMk id="6" creationId="{DB9ADA40-EB4E-22D0-88DD-E120F2163906}"/>
          </ac:cxnSpMkLst>
        </pc:cxnChg>
        <pc:cxnChg chg="add mod">
          <ac:chgData name="Fadel Berakdar" userId="8f0901f6-edb2-4c86-ae2b-c7f5a6cc0d94" providerId="ADAL" clId="{077C7388-A4F3-9540-A267-C4DF6C13A613}" dt="2025-05-12T18:35:46.701" v="2903" actId="1076"/>
          <ac:cxnSpMkLst>
            <pc:docMk/>
            <pc:sldMk cId="487542268" sldId="259"/>
            <ac:cxnSpMk id="11" creationId="{D98E16EC-CE42-AC6C-BC8D-25FC64611FF0}"/>
          </ac:cxnSpMkLst>
        </pc:cxnChg>
        <pc:cxnChg chg="mod">
          <ac:chgData name="Fadel Berakdar" userId="8f0901f6-edb2-4c86-ae2b-c7f5a6cc0d94" providerId="ADAL" clId="{077C7388-A4F3-9540-A267-C4DF6C13A613}" dt="2025-05-12T17:06:35.392" v="2485" actId="14100"/>
          <ac:cxnSpMkLst>
            <pc:docMk/>
            <pc:sldMk cId="487542268" sldId="259"/>
            <ac:cxnSpMk id="100" creationId="{5B5A2B94-1028-FA42-0507-31BD144FD67E}"/>
          </ac:cxnSpMkLst>
        </pc:cxnChg>
        <pc:cxnChg chg="del">
          <ac:chgData name="Fadel Berakdar" userId="8f0901f6-edb2-4c86-ae2b-c7f5a6cc0d94" providerId="ADAL" clId="{077C7388-A4F3-9540-A267-C4DF6C13A613}" dt="2025-05-12T17:06:45.927" v="2488" actId="478"/>
          <ac:cxnSpMkLst>
            <pc:docMk/>
            <pc:sldMk cId="487542268" sldId="259"/>
            <ac:cxnSpMk id="102" creationId="{3DF96180-B035-5B6F-495A-4812388A0056}"/>
          </ac:cxnSpMkLst>
        </pc:cxnChg>
      </pc:sldChg>
      <pc:sldChg chg="modSp mod">
        <pc:chgData name="Fadel Berakdar" userId="8f0901f6-edb2-4c86-ae2b-c7f5a6cc0d94" providerId="ADAL" clId="{077C7388-A4F3-9540-A267-C4DF6C13A613}" dt="2025-05-13T16:57:11.077" v="4887" actId="1076"/>
        <pc:sldMkLst>
          <pc:docMk/>
          <pc:sldMk cId="3973611762" sldId="260"/>
        </pc:sldMkLst>
        <pc:picChg chg="mod">
          <ac:chgData name="Fadel Berakdar" userId="8f0901f6-edb2-4c86-ae2b-c7f5a6cc0d94" providerId="ADAL" clId="{077C7388-A4F3-9540-A267-C4DF6C13A613}" dt="2025-05-13T14:35:11.943" v="2916" actId="14100"/>
          <ac:picMkLst>
            <pc:docMk/>
            <pc:sldMk cId="3973611762" sldId="260"/>
            <ac:picMk id="8" creationId="{A7429754-223B-A22A-A159-EDB5974E75FD}"/>
          </ac:picMkLst>
        </pc:picChg>
        <pc:picChg chg="mod">
          <ac:chgData name="Fadel Berakdar" userId="8f0901f6-edb2-4c86-ae2b-c7f5a6cc0d94" providerId="ADAL" clId="{077C7388-A4F3-9540-A267-C4DF6C13A613}" dt="2025-05-13T16:57:11.077" v="4887" actId="1076"/>
          <ac:picMkLst>
            <pc:docMk/>
            <pc:sldMk cId="3973611762" sldId="260"/>
            <ac:picMk id="19" creationId="{A7FED091-ECED-42E6-D557-B02F37D26EBF}"/>
          </ac:picMkLst>
        </pc:picChg>
      </pc:sldChg>
      <pc:sldChg chg="addSp delSp modSp mod">
        <pc:chgData name="Fadel Berakdar" userId="8f0901f6-edb2-4c86-ae2b-c7f5a6cc0d94" providerId="ADAL" clId="{077C7388-A4F3-9540-A267-C4DF6C13A613}" dt="2025-05-13T19:12:51.905" v="5753" actId="14100"/>
        <pc:sldMkLst>
          <pc:docMk/>
          <pc:sldMk cId="2265389642" sldId="261"/>
        </pc:sldMkLst>
        <pc:spChg chg="del">
          <ac:chgData name="Fadel Berakdar" userId="8f0901f6-edb2-4c86-ae2b-c7f5a6cc0d94" providerId="ADAL" clId="{077C7388-A4F3-9540-A267-C4DF6C13A613}" dt="2025-05-13T14:33:19.191" v="2912" actId="478"/>
          <ac:spMkLst>
            <pc:docMk/>
            <pc:sldMk cId="2265389642" sldId="261"/>
            <ac:spMk id="2" creationId="{57E63738-1516-CE01-FABC-F8C3A7DA98DF}"/>
          </ac:spMkLst>
        </pc:spChg>
        <pc:spChg chg="del">
          <ac:chgData name="Fadel Berakdar" userId="8f0901f6-edb2-4c86-ae2b-c7f5a6cc0d94" providerId="ADAL" clId="{077C7388-A4F3-9540-A267-C4DF6C13A613}" dt="2025-05-13T14:33:21.036" v="2913" actId="478"/>
          <ac:spMkLst>
            <pc:docMk/>
            <pc:sldMk cId="2265389642" sldId="261"/>
            <ac:spMk id="3" creationId="{73DD8001-EF51-9A53-9FAA-88AC0B419A87}"/>
          </ac:spMkLst>
        </pc:spChg>
        <pc:spChg chg="add del mod">
          <ac:chgData name="Fadel Berakdar" userId="8f0901f6-edb2-4c86-ae2b-c7f5a6cc0d94" providerId="ADAL" clId="{077C7388-A4F3-9540-A267-C4DF6C13A613}" dt="2025-05-13T14:43:14.025" v="2979" actId="478"/>
          <ac:spMkLst>
            <pc:docMk/>
            <pc:sldMk cId="2265389642" sldId="261"/>
            <ac:spMk id="15" creationId="{AB0A61C7-A238-E200-EC25-9CB72E9CED38}"/>
          </ac:spMkLst>
        </pc:spChg>
        <pc:spChg chg="add del">
          <ac:chgData name="Fadel Berakdar" userId="8f0901f6-edb2-4c86-ae2b-c7f5a6cc0d94" providerId="ADAL" clId="{077C7388-A4F3-9540-A267-C4DF6C13A613}" dt="2025-05-13T14:43:07.726" v="2975" actId="11529"/>
          <ac:spMkLst>
            <pc:docMk/>
            <pc:sldMk cId="2265389642" sldId="261"/>
            <ac:spMk id="16" creationId="{6412238F-AAFC-2EB8-6414-C11744A01D5C}"/>
          </ac:spMkLst>
        </pc:spChg>
        <pc:spChg chg="add del mod">
          <ac:chgData name="Fadel Berakdar" userId="8f0901f6-edb2-4c86-ae2b-c7f5a6cc0d94" providerId="ADAL" clId="{077C7388-A4F3-9540-A267-C4DF6C13A613}" dt="2025-05-13T15:08:31.274" v="3049" actId="478"/>
          <ac:spMkLst>
            <pc:docMk/>
            <pc:sldMk cId="2265389642" sldId="261"/>
            <ac:spMk id="35" creationId="{920D207D-BED5-36CD-B49D-8A97B8123C5E}"/>
          </ac:spMkLst>
        </pc:spChg>
        <pc:spChg chg="add del mod">
          <ac:chgData name="Fadel Berakdar" userId="8f0901f6-edb2-4c86-ae2b-c7f5a6cc0d94" providerId="ADAL" clId="{077C7388-A4F3-9540-A267-C4DF6C13A613}" dt="2025-05-13T15:19:37.313" v="3168" actId="478"/>
          <ac:spMkLst>
            <pc:docMk/>
            <pc:sldMk cId="2265389642" sldId="261"/>
            <ac:spMk id="38" creationId="{15DB89F1-459F-3FD1-7CCB-B5BEA3E95787}"/>
          </ac:spMkLst>
        </pc:spChg>
        <pc:spChg chg="add del mod">
          <ac:chgData name="Fadel Berakdar" userId="8f0901f6-edb2-4c86-ae2b-c7f5a6cc0d94" providerId="ADAL" clId="{077C7388-A4F3-9540-A267-C4DF6C13A613}" dt="2025-05-13T15:13:26.290" v="3095" actId="478"/>
          <ac:spMkLst>
            <pc:docMk/>
            <pc:sldMk cId="2265389642" sldId="261"/>
            <ac:spMk id="43" creationId="{DF518A3E-41CB-2B3B-EA07-1DADC27B9EED}"/>
          </ac:spMkLst>
        </pc:spChg>
        <pc:spChg chg="add mod">
          <ac:chgData name="Fadel Berakdar" userId="8f0901f6-edb2-4c86-ae2b-c7f5a6cc0d94" providerId="ADAL" clId="{077C7388-A4F3-9540-A267-C4DF6C13A613}" dt="2025-05-13T15:15:32.014" v="3125" actId="1076"/>
          <ac:spMkLst>
            <pc:docMk/>
            <pc:sldMk cId="2265389642" sldId="261"/>
            <ac:spMk id="45" creationId="{5C4F01D0-8C53-75DC-AA6D-D630FA58633E}"/>
          </ac:spMkLst>
        </pc:spChg>
        <pc:spChg chg="add mod">
          <ac:chgData name="Fadel Berakdar" userId="8f0901f6-edb2-4c86-ae2b-c7f5a6cc0d94" providerId="ADAL" clId="{077C7388-A4F3-9540-A267-C4DF6C13A613}" dt="2025-05-13T15:39:53.055" v="3713" actId="20577"/>
          <ac:spMkLst>
            <pc:docMk/>
            <pc:sldMk cId="2265389642" sldId="261"/>
            <ac:spMk id="47" creationId="{BA82D9D9-33E7-4676-5830-6DD63382CFAD}"/>
          </ac:spMkLst>
        </pc:spChg>
        <pc:spChg chg="add del mod">
          <ac:chgData name="Fadel Berakdar" userId="8f0901f6-edb2-4c86-ae2b-c7f5a6cc0d94" providerId="ADAL" clId="{077C7388-A4F3-9540-A267-C4DF6C13A613}" dt="2025-05-13T15:23:44.947" v="3206" actId="478"/>
          <ac:spMkLst>
            <pc:docMk/>
            <pc:sldMk cId="2265389642" sldId="261"/>
            <ac:spMk id="49" creationId="{5DABDC4C-231B-4504-F901-80EB154C5582}"/>
          </ac:spMkLst>
        </pc:spChg>
        <pc:spChg chg="add mod">
          <ac:chgData name="Fadel Berakdar" userId="8f0901f6-edb2-4c86-ae2b-c7f5a6cc0d94" providerId="ADAL" clId="{077C7388-A4F3-9540-A267-C4DF6C13A613}" dt="2025-05-13T16:52:42.792" v="4835" actId="208"/>
          <ac:spMkLst>
            <pc:docMk/>
            <pc:sldMk cId="2265389642" sldId="261"/>
            <ac:spMk id="52" creationId="{F2871BA2-E4E0-39C7-A607-010F81D215AC}"/>
          </ac:spMkLst>
        </pc:spChg>
        <pc:spChg chg="add mod">
          <ac:chgData name="Fadel Berakdar" userId="8f0901f6-edb2-4c86-ae2b-c7f5a6cc0d94" providerId="ADAL" clId="{077C7388-A4F3-9540-A267-C4DF6C13A613}" dt="2025-05-13T18:05:59.157" v="5341" actId="20577"/>
          <ac:spMkLst>
            <pc:docMk/>
            <pc:sldMk cId="2265389642" sldId="261"/>
            <ac:spMk id="56" creationId="{E8C0D383-EE2C-C1B8-BF2D-1388AD887D55}"/>
          </ac:spMkLst>
        </pc:spChg>
        <pc:spChg chg="add del mod">
          <ac:chgData name="Fadel Berakdar" userId="8f0901f6-edb2-4c86-ae2b-c7f5a6cc0d94" providerId="ADAL" clId="{077C7388-A4F3-9540-A267-C4DF6C13A613}" dt="2025-05-13T15:28:18.353" v="3319"/>
          <ac:spMkLst>
            <pc:docMk/>
            <pc:sldMk cId="2265389642" sldId="261"/>
            <ac:spMk id="60" creationId="{3370CE53-780E-7C1B-0E0F-C388EB99C7C0}"/>
          </ac:spMkLst>
        </pc:spChg>
        <pc:spChg chg="add mod">
          <ac:chgData name="Fadel Berakdar" userId="8f0901f6-edb2-4c86-ae2b-c7f5a6cc0d94" providerId="ADAL" clId="{077C7388-A4F3-9540-A267-C4DF6C13A613}" dt="2025-05-13T15:30:06.681" v="3395" actId="1076"/>
          <ac:spMkLst>
            <pc:docMk/>
            <pc:sldMk cId="2265389642" sldId="261"/>
            <ac:spMk id="61" creationId="{3A5E668A-1FC0-C38C-67CE-4F314C9C3C20}"/>
          </ac:spMkLst>
        </pc:spChg>
        <pc:spChg chg="mod">
          <ac:chgData name="Fadel Berakdar" userId="8f0901f6-edb2-4c86-ae2b-c7f5a6cc0d94" providerId="ADAL" clId="{077C7388-A4F3-9540-A267-C4DF6C13A613}" dt="2025-05-13T15:59:40.945" v="4010" actId="20577"/>
          <ac:spMkLst>
            <pc:docMk/>
            <pc:sldMk cId="2265389642" sldId="261"/>
            <ac:spMk id="72" creationId="{0613A452-5223-491D-A99B-A6E3C60CF988}"/>
          </ac:spMkLst>
        </pc:spChg>
        <pc:spChg chg="add mod">
          <ac:chgData name="Fadel Berakdar" userId="8f0901f6-edb2-4c86-ae2b-c7f5a6cc0d94" providerId="ADAL" clId="{077C7388-A4F3-9540-A267-C4DF6C13A613}" dt="2025-05-13T19:12:40.003" v="5739" actId="1076"/>
          <ac:spMkLst>
            <pc:docMk/>
            <pc:sldMk cId="2265389642" sldId="261"/>
            <ac:spMk id="74" creationId="{41483E0C-774F-4A1F-EDD6-9B355AA5AFF8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75" creationId="{99C8A0C0-3245-E603-FCD1-DC6DAB791FAA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76" creationId="{6EBDEB31-5A06-3416-D9B4-59096A7607D8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77" creationId="{4DBAFC92-FA96-29A7-0814-E7529EAB7A74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78" creationId="{A4D9C24F-4A1C-FF15-1BA3-862E9F277310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79" creationId="{5B40F5E9-EC8D-B843-C05D-2216864237F5}"/>
          </ac:spMkLst>
        </pc:spChg>
        <pc:spChg chg="add del mod">
          <ac:chgData name="Fadel Berakdar" userId="8f0901f6-edb2-4c86-ae2b-c7f5a6cc0d94" providerId="ADAL" clId="{077C7388-A4F3-9540-A267-C4DF6C13A613}" dt="2025-05-13T16:23:57.566" v="4613" actId="478"/>
          <ac:spMkLst>
            <pc:docMk/>
            <pc:sldMk cId="2265389642" sldId="261"/>
            <ac:spMk id="80" creationId="{8A64A5BD-D4C3-9482-A2D3-973E65F299B1}"/>
          </ac:spMkLst>
        </pc:spChg>
        <pc:spChg chg="add del mod topLvl">
          <ac:chgData name="Fadel Berakdar" userId="8f0901f6-edb2-4c86-ae2b-c7f5a6cc0d94" providerId="ADAL" clId="{077C7388-A4F3-9540-A267-C4DF6C13A613}" dt="2025-05-13T18:45:14.728" v="5545" actId="478"/>
          <ac:spMkLst>
            <pc:docMk/>
            <pc:sldMk cId="2265389642" sldId="261"/>
            <ac:spMk id="81" creationId="{3DF0AC76-9001-D4F0-68F3-EBEE7C05CFA0}"/>
          </ac:spMkLst>
        </pc:spChg>
        <pc:spChg chg="add del mod topLvl">
          <ac:chgData name="Fadel Berakdar" userId="8f0901f6-edb2-4c86-ae2b-c7f5a6cc0d94" providerId="ADAL" clId="{077C7388-A4F3-9540-A267-C4DF6C13A613}" dt="2025-05-13T18:45:14.728" v="5545" actId="478"/>
          <ac:spMkLst>
            <pc:docMk/>
            <pc:sldMk cId="2265389642" sldId="261"/>
            <ac:spMk id="82" creationId="{A6822F96-CD5F-FE14-134E-BA20E6FE7C5B}"/>
          </ac:spMkLst>
        </pc:spChg>
        <pc:spChg chg="add del mod topLvl">
          <ac:chgData name="Fadel Berakdar" userId="8f0901f6-edb2-4c86-ae2b-c7f5a6cc0d94" providerId="ADAL" clId="{077C7388-A4F3-9540-A267-C4DF6C13A613}" dt="2025-05-13T18:45:14.728" v="5545" actId="478"/>
          <ac:spMkLst>
            <pc:docMk/>
            <pc:sldMk cId="2265389642" sldId="261"/>
            <ac:spMk id="83" creationId="{485214AE-4324-D55A-EC8F-0440DB704544}"/>
          </ac:spMkLst>
        </pc:spChg>
        <pc:spChg chg="add del mod topLvl">
          <ac:chgData name="Fadel Berakdar" userId="8f0901f6-edb2-4c86-ae2b-c7f5a6cc0d94" providerId="ADAL" clId="{077C7388-A4F3-9540-A267-C4DF6C13A613}" dt="2025-05-13T18:45:14.728" v="5545" actId="478"/>
          <ac:spMkLst>
            <pc:docMk/>
            <pc:sldMk cId="2265389642" sldId="261"/>
            <ac:spMk id="84" creationId="{F0977007-C0B6-EA4F-A7FF-DD6E6951D61D}"/>
          </ac:spMkLst>
        </pc:spChg>
        <pc:spChg chg="add del mod topLvl">
          <ac:chgData name="Fadel Berakdar" userId="8f0901f6-edb2-4c86-ae2b-c7f5a6cc0d94" providerId="ADAL" clId="{077C7388-A4F3-9540-A267-C4DF6C13A613}" dt="2025-05-13T18:45:14.728" v="5545" actId="478"/>
          <ac:spMkLst>
            <pc:docMk/>
            <pc:sldMk cId="2265389642" sldId="261"/>
            <ac:spMk id="85" creationId="{A5DB1701-00F1-A168-3C7F-D2DA2D6EE2DF}"/>
          </ac:spMkLst>
        </pc:spChg>
        <pc:spChg chg="add del mod topLvl">
          <ac:chgData name="Fadel Berakdar" userId="8f0901f6-edb2-4c86-ae2b-c7f5a6cc0d94" providerId="ADAL" clId="{077C7388-A4F3-9540-A267-C4DF6C13A613}" dt="2025-05-13T18:48:01.753" v="5568" actId="478"/>
          <ac:spMkLst>
            <pc:docMk/>
            <pc:sldMk cId="2265389642" sldId="261"/>
            <ac:spMk id="86" creationId="{F9EF3706-C28C-AF49-671F-701DC2B18E7F}"/>
          </ac:spMkLst>
        </pc:spChg>
        <pc:spChg chg="add mod topLvl">
          <ac:chgData name="Fadel Berakdar" userId="8f0901f6-edb2-4c86-ae2b-c7f5a6cc0d94" providerId="ADAL" clId="{077C7388-A4F3-9540-A267-C4DF6C13A613}" dt="2025-05-13T19:12:39.888" v="5737" actId="14100"/>
          <ac:spMkLst>
            <pc:docMk/>
            <pc:sldMk cId="2265389642" sldId="261"/>
            <ac:spMk id="87" creationId="{A5E73702-D4C8-B627-DABE-52C64E28C6FC}"/>
          </ac:spMkLst>
        </pc:spChg>
        <pc:spChg chg="del">
          <ac:chgData name="Fadel Berakdar" userId="8f0901f6-edb2-4c86-ae2b-c7f5a6cc0d94" providerId="ADAL" clId="{077C7388-A4F3-9540-A267-C4DF6C13A613}" dt="2025-05-13T18:48:12.027" v="5569" actId="478"/>
          <ac:spMkLst>
            <pc:docMk/>
            <pc:sldMk cId="2265389642" sldId="261"/>
            <ac:spMk id="88" creationId="{03A278DC-0F03-97DF-BBCB-831FD13D04E4}"/>
          </ac:spMkLst>
        </pc:spChg>
        <pc:spChg chg="add del mod topLvl">
          <ac:chgData name="Fadel Berakdar" userId="8f0901f6-edb2-4c86-ae2b-c7f5a6cc0d94" providerId="ADAL" clId="{077C7388-A4F3-9540-A267-C4DF6C13A613}" dt="2025-05-13T19:12:39.941" v="5738" actId="478"/>
          <ac:spMkLst>
            <pc:docMk/>
            <pc:sldMk cId="2265389642" sldId="261"/>
            <ac:spMk id="89" creationId="{308956BE-E94F-80D5-6432-94E1877D1EAA}"/>
          </ac:spMkLst>
        </pc:spChg>
        <pc:spChg chg="add del mod topLvl">
          <ac:chgData name="Fadel Berakdar" userId="8f0901f6-edb2-4c86-ae2b-c7f5a6cc0d94" providerId="ADAL" clId="{077C7388-A4F3-9540-A267-C4DF6C13A613}" dt="2025-05-13T18:44:04.484" v="5538" actId="478"/>
          <ac:spMkLst>
            <pc:docMk/>
            <pc:sldMk cId="2265389642" sldId="261"/>
            <ac:spMk id="90" creationId="{BFCA8720-7C0D-9ADF-0C00-AD59C406E760}"/>
          </ac:spMkLst>
        </pc:spChg>
        <pc:spChg chg="add del mod topLvl">
          <ac:chgData name="Fadel Berakdar" userId="8f0901f6-edb2-4c86-ae2b-c7f5a6cc0d94" providerId="ADAL" clId="{077C7388-A4F3-9540-A267-C4DF6C13A613}" dt="2025-05-13T18:44:32.985" v="5541" actId="478"/>
          <ac:spMkLst>
            <pc:docMk/>
            <pc:sldMk cId="2265389642" sldId="261"/>
            <ac:spMk id="91" creationId="{BBA8C6AD-C52A-8532-8C1B-53398D915ACC}"/>
          </ac:spMkLst>
        </pc:spChg>
        <pc:spChg chg="add del mod">
          <ac:chgData name="Fadel Berakdar" userId="8f0901f6-edb2-4c86-ae2b-c7f5a6cc0d94" providerId="ADAL" clId="{077C7388-A4F3-9540-A267-C4DF6C13A613}" dt="2025-05-13T16:18:45.913" v="4460" actId="478"/>
          <ac:spMkLst>
            <pc:docMk/>
            <pc:sldMk cId="2265389642" sldId="261"/>
            <ac:spMk id="92" creationId="{B599F3FC-8E63-B5C7-87CC-1F94EE5BE9BB}"/>
          </ac:spMkLst>
        </pc:spChg>
        <pc:spChg chg="add del mod">
          <ac:chgData name="Fadel Berakdar" userId="8f0901f6-edb2-4c86-ae2b-c7f5a6cc0d94" providerId="ADAL" clId="{077C7388-A4F3-9540-A267-C4DF6C13A613}" dt="2025-05-13T18:00:44.822" v="5255" actId="478"/>
          <ac:spMkLst>
            <pc:docMk/>
            <pc:sldMk cId="2265389642" sldId="261"/>
            <ac:spMk id="94" creationId="{FE77D084-EA3A-E000-0342-AF082E4512DA}"/>
          </ac:spMkLst>
        </pc:spChg>
        <pc:spChg chg="add del mod">
          <ac:chgData name="Fadel Berakdar" userId="8f0901f6-edb2-4c86-ae2b-c7f5a6cc0d94" providerId="ADAL" clId="{077C7388-A4F3-9540-A267-C4DF6C13A613}" dt="2025-05-13T16:33:11.521" v="4786" actId="478"/>
          <ac:spMkLst>
            <pc:docMk/>
            <pc:sldMk cId="2265389642" sldId="261"/>
            <ac:spMk id="97" creationId="{4929896F-0903-C0E1-A9ED-3E2786308B4D}"/>
          </ac:spMkLst>
        </pc:spChg>
        <pc:spChg chg="mod">
          <ac:chgData name="Fadel Berakdar" userId="8f0901f6-edb2-4c86-ae2b-c7f5a6cc0d94" providerId="ADAL" clId="{077C7388-A4F3-9540-A267-C4DF6C13A613}" dt="2025-05-13T18:03:59.157" v="5333" actId="313"/>
          <ac:spMkLst>
            <pc:docMk/>
            <pc:sldMk cId="2265389642" sldId="261"/>
            <ac:spMk id="100" creationId="{7B6E77DB-E42C-1FC6-64F4-256A2BBD212F}"/>
          </ac:spMkLst>
        </pc:spChg>
        <pc:spChg chg="add mod">
          <ac:chgData name="Fadel Berakdar" userId="8f0901f6-edb2-4c86-ae2b-c7f5a6cc0d94" providerId="ADAL" clId="{077C7388-A4F3-9540-A267-C4DF6C13A613}" dt="2025-05-13T16:04:30.971" v="4075" actId="1076"/>
          <ac:spMkLst>
            <pc:docMk/>
            <pc:sldMk cId="2265389642" sldId="261"/>
            <ac:spMk id="109" creationId="{4BA5C52A-2F11-2AB5-326A-14AC9D0E93BC}"/>
          </ac:spMkLst>
        </pc:spChg>
        <pc:spChg chg="mod">
          <ac:chgData name="Fadel Berakdar" userId="8f0901f6-edb2-4c86-ae2b-c7f5a6cc0d94" providerId="ADAL" clId="{077C7388-A4F3-9540-A267-C4DF6C13A613}" dt="2025-05-13T16:02:36.369" v="4053"/>
          <ac:spMkLst>
            <pc:docMk/>
            <pc:sldMk cId="2265389642" sldId="261"/>
            <ac:spMk id="112" creationId="{DC0E9CAC-78F9-56E2-2E33-6CF5CAC66A16}"/>
          </ac:spMkLst>
        </pc:spChg>
        <pc:spChg chg="mod">
          <ac:chgData name="Fadel Berakdar" userId="8f0901f6-edb2-4c86-ae2b-c7f5a6cc0d94" providerId="ADAL" clId="{077C7388-A4F3-9540-A267-C4DF6C13A613}" dt="2025-05-13T16:02:40.141" v="4054"/>
          <ac:spMkLst>
            <pc:docMk/>
            <pc:sldMk cId="2265389642" sldId="261"/>
            <ac:spMk id="116" creationId="{2B11207D-8EB0-719D-71BC-472A8ADAA0AC}"/>
          </ac:spMkLst>
        </pc:spChg>
        <pc:spChg chg="mod">
          <ac:chgData name="Fadel Berakdar" userId="8f0901f6-edb2-4c86-ae2b-c7f5a6cc0d94" providerId="ADAL" clId="{077C7388-A4F3-9540-A267-C4DF6C13A613}" dt="2025-05-13T18:01:39.909" v="5281" actId="20577"/>
          <ac:spMkLst>
            <pc:docMk/>
            <pc:sldMk cId="2265389642" sldId="261"/>
            <ac:spMk id="121" creationId="{8A7FFAD6-C15F-E78D-788F-EB49221D6CDD}"/>
          </ac:spMkLst>
        </pc:spChg>
        <pc:spChg chg="add del mod">
          <ac:chgData name="Fadel Berakdar" userId="8f0901f6-edb2-4c86-ae2b-c7f5a6cc0d94" providerId="ADAL" clId="{077C7388-A4F3-9540-A267-C4DF6C13A613}" dt="2025-05-13T16:20:45.571" v="4492"/>
          <ac:spMkLst>
            <pc:docMk/>
            <pc:sldMk cId="2265389642" sldId="261"/>
            <ac:spMk id="128" creationId="{BD3FB7D6-427D-4861-00B0-CA87AB43A5D9}"/>
          </ac:spMkLst>
        </pc:spChg>
        <pc:spChg chg="add mod">
          <ac:chgData name="Fadel Berakdar" userId="8f0901f6-edb2-4c86-ae2b-c7f5a6cc0d94" providerId="ADAL" clId="{077C7388-A4F3-9540-A267-C4DF6C13A613}" dt="2025-05-13T18:56:14.558" v="5642" actId="20577"/>
          <ac:spMkLst>
            <pc:docMk/>
            <pc:sldMk cId="2265389642" sldId="261"/>
            <ac:spMk id="129" creationId="{8B3E608E-00DD-4E29-D0CF-E81DC5BC1FEB}"/>
          </ac:spMkLst>
        </pc:spChg>
        <pc:spChg chg="add del mod">
          <ac:chgData name="Fadel Berakdar" userId="8f0901f6-edb2-4c86-ae2b-c7f5a6cc0d94" providerId="ADAL" clId="{077C7388-A4F3-9540-A267-C4DF6C13A613}" dt="2025-05-13T18:59:38.537" v="5684" actId="478"/>
          <ac:spMkLst>
            <pc:docMk/>
            <pc:sldMk cId="2265389642" sldId="261"/>
            <ac:spMk id="130" creationId="{C7252AE9-10D1-86D4-D2CB-1129CA77359F}"/>
          </ac:spMkLst>
        </pc:spChg>
        <pc:spChg chg="mod">
          <ac:chgData name="Fadel Berakdar" userId="8f0901f6-edb2-4c86-ae2b-c7f5a6cc0d94" providerId="ADAL" clId="{077C7388-A4F3-9540-A267-C4DF6C13A613}" dt="2025-05-13T16:28:49.502" v="4732"/>
          <ac:spMkLst>
            <pc:docMk/>
            <pc:sldMk cId="2265389642" sldId="261"/>
            <ac:spMk id="134" creationId="{5822F669-0886-972A-B9E3-3A85DBDF5137}"/>
          </ac:spMkLst>
        </pc:spChg>
        <pc:spChg chg="mod">
          <ac:chgData name="Fadel Berakdar" userId="8f0901f6-edb2-4c86-ae2b-c7f5a6cc0d94" providerId="ADAL" clId="{077C7388-A4F3-9540-A267-C4DF6C13A613}" dt="2025-05-13T16:30:59.895" v="4776"/>
          <ac:spMkLst>
            <pc:docMk/>
            <pc:sldMk cId="2265389642" sldId="261"/>
            <ac:spMk id="138" creationId="{358FF9D0-2853-F8ED-0652-92619F34CF03}"/>
          </ac:spMkLst>
        </pc:spChg>
        <pc:spChg chg="add del mod">
          <ac:chgData name="Fadel Berakdar" userId="8f0901f6-edb2-4c86-ae2b-c7f5a6cc0d94" providerId="ADAL" clId="{077C7388-A4F3-9540-A267-C4DF6C13A613}" dt="2025-05-13T18:43:52.958" v="5536" actId="478"/>
          <ac:spMkLst>
            <pc:docMk/>
            <pc:sldMk cId="2265389642" sldId="261"/>
            <ac:spMk id="140" creationId="{3F7B364A-AE7F-8EC1-2F28-5242CE70FA0A}"/>
          </ac:spMkLst>
        </pc:spChg>
        <pc:spChg chg="mod">
          <ac:chgData name="Fadel Berakdar" userId="8f0901f6-edb2-4c86-ae2b-c7f5a6cc0d94" providerId="ADAL" clId="{077C7388-A4F3-9540-A267-C4DF6C13A613}" dt="2025-05-13T17:03:55.578" v="4912" actId="1076"/>
          <ac:spMkLst>
            <pc:docMk/>
            <pc:sldMk cId="2265389642" sldId="261"/>
            <ac:spMk id="144" creationId="{487E691F-ABE9-1306-D95B-EEF649AF1765}"/>
          </ac:spMkLst>
        </pc:spChg>
        <pc:spChg chg="add mod">
          <ac:chgData name="Fadel Berakdar" userId="8f0901f6-edb2-4c86-ae2b-c7f5a6cc0d94" providerId="ADAL" clId="{077C7388-A4F3-9540-A267-C4DF6C13A613}" dt="2025-05-13T17:49:31.719" v="5243" actId="20577"/>
          <ac:spMkLst>
            <pc:docMk/>
            <pc:sldMk cId="2265389642" sldId="261"/>
            <ac:spMk id="147" creationId="{A5F81F9F-7147-554E-65B2-3C52C9352167}"/>
          </ac:spMkLst>
        </pc:spChg>
        <pc:spChg chg="add del mod">
          <ac:chgData name="Fadel Berakdar" userId="8f0901f6-edb2-4c86-ae2b-c7f5a6cc0d94" providerId="ADAL" clId="{077C7388-A4F3-9540-A267-C4DF6C13A613}" dt="2025-05-13T17:34:30.303" v="5157" actId="478"/>
          <ac:spMkLst>
            <pc:docMk/>
            <pc:sldMk cId="2265389642" sldId="261"/>
            <ac:spMk id="149" creationId="{D592D1CC-E268-26CE-D0CB-975E7D3FFE33}"/>
          </ac:spMkLst>
        </pc:spChg>
        <pc:spChg chg="mod">
          <ac:chgData name="Fadel Berakdar" userId="8f0901f6-edb2-4c86-ae2b-c7f5a6cc0d94" providerId="ADAL" clId="{077C7388-A4F3-9540-A267-C4DF6C13A613}" dt="2025-05-13T17:16:52.824" v="4981"/>
          <ac:spMkLst>
            <pc:docMk/>
            <pc:sldMk cId="2265389642" sldId="261"/>
            <ac:spMk id="153" creationId="{F06C9429-F19C-8315-9E98-6551A0BBFBCF}"/>
          </ac:spMkLst>
        </pc:spChg>
        <pc:spChg chg="add mod">
          <ac:chgData name="Fadel Berakdar" userId="8f0901f6-edb2-4c86-ae2b-c7f5a6cc0d94" providerId="ADAL" clId="{077C7388-A4F3-9540-A267-C4DF6C13A613}" dt="2025-05-13T17:24:42.562" v="5118" actId="20577"/>
          <ac:spMkLst>
            <pc:docMk/>
            <pc:sldMk cId="2265389642" sldId="261"/>
            <ac:spMk id="156" creationId="{10E90509-F9FF-9B67-E05B-9BEEA1C4C978}"/>
          </ac:spMkLst>
        </pc:spChg>
        <pc:spChg chg="add del mod">
          <ac:chgData name="Fadel Berakdar" userId="8f0901f6-edb2-4c86-ae2b-c7f5a6cc0d94" providerId="ADAL" clId="{077C7388-A4F3-9540-A267-C4DF6C13A613}" dt="2025-05-13T18:15:31.708" v="5352"/>
          <ac:spMkLst>
            <pc:docMk/>
            <pc:sldMk cId="2265389642" sldId="261"/>
            <ac:spMk id="160" creationId="{91877BD8-0C69-FB15-A162-CDFC7A4A2D08}"/>
          </ac:spMkLst>
        </pc:spChg>
        <pc:spChg chg="add mod">
          <ac:chgData name="Fadel Berakdar" userId="8f0901f6-edb2-4c86-ae2b-c7f5a6cc0d94" providerId="ADAL" clId="{077C7388-A4F3-9540-A267-C4DF6C13A613}" dt="2025-05-13T19:01:27.245" v="5702" actId="465"/>
          <ac:spMkLst>
            <pc:docMk/>
            <pc:sldMk cId="2265389642" sldId="261"/>
            <ac:spMk id="162" creationId="{B7B879A2-88AA-A230-CD20-A1A66D746B46}"/>
          </ac:spMkLst>
        </pc:spChg>
        <pc:spChg chg="mod">
          <ac:chgData name="Fadel Berakdar" userId="8f0901f6-edb2-4c86-ae2b-c7f5a6cc0d94" providerId="ADAL" clId="{077C7388-A4F3-9540-A267-C4DF6C13A613}" dt="2025-05-13T18:30:47.677" v="5468"/>
          <ac:spMkLst>
            <pc:docMk/>
            <pc:sldMk cId="2265389642" sldId="261"/>
            <ac:spMk id="166" creationId="{3B0F6D19-A616-582A-E86F-D58281FD054C}"/>
          </ac:spMkLst>
        </pc:spChg>
        <pc:spChg chg="mod">
          <ac:chgData name="Fadel Berakdar" userId="8f0901f6-edb2-4c86-ae2b-c7f5a6cc0d94" providerId="ADAL" clId="{077C7388-A4F3-9540-A267-C4DF6C13A613}" dt="2025-05-13T18:33:39.621" v="5501"/>
          <ac:spMkLst>
            <pc:docMk/>
            <pc:sldMk cId="2265389642" sldId="261"/>
            <ac:spMk id="170" creationId="{B801482A-DD98-889D-4A25-ED7E97F1979D}"/>
          </ac:spMkLst>
        </pc:spChg>
        <pc:spChg chg="add del mod">
          <ac:chgData name="Fadel Berakdar" userId="8f0901f6-edb2-4c86-ae2b-c7f5a6cc0d94" providerId="ADAL" clId="{077C7388-A4F3-9540-A267-C4DF6C13A613}" dt="2025-05-13T19:12:39.941" v="5738" actId="478"/>
          <ac:spMkLst>
            <pc:docMk/>
            <pc:sldMk cId="2265389642" sldId="261"/>
            <ac:spMk id="171" creationId="{288FD8DB-74C4-EC7B-A562-1D521BCCB5FB}"/>
          </ac:spMkLst>
        </pc:spChg>
        <pc:spChg chg="add mod">
          <ac:chgData name="Fadel Berakdar" userId="8f0901f6-edb2-4c86-ae2b-c7f5a6cc0d94" providerId="ADAL" clId="{077C7388-A4F3-9540-A267-C4DF6C13A613}" dt="2025-05-13T18:46:29.835" v="5558"/>
          <ac:spMkLst>
            <pc:docMk/>
            <pc:sldMk cId="2265389642" sldId="261"/>
            <ac:spMk id="172" creationId="{CB5C23EF-DEC3-D306-5FAB-C15D4F3D1F16}"/>
          </ac:spMkLst>
        </pc:spChg>
        <pc:spChg chg="add del mod">
          <ac:chgData name="Fadel Berakdar" userId="8f0901f6-edb2-4c86-ae2b-c7f5a6cc0d94" providerId="ADAL" clId="{077C7388-A4F3-9540-A267-C4DF6C13A613}" dt="2025-05-13T19:12:39.941" v="5738" actId="478"/>
          <ac:spMkLst>
            <pc:docMk/>
            <pc:sldMk cId="2265389642" sldId="261"/>
            <ac:spMk id="173" creationId="{4EAE8FD0-07B8-4AE0-D35B-DA3C0FDC276B}"/>
          </ac:spMkLst>
        </pc:spChg>
        <pc:spChg chg="add del mod">
          <ac:chgData name="Fadel Berakdar" userId="8f0901f6-edb2-4c86-ae2b-c7f5a6cc0d94" providerId="ADAL" clId="{077C7388-A4F3-9540-A267-C4DF6C13A613}" dt="2025-05-13T18:59:31.688" v="5683" actId="478"/>
          <ac:spMkLst>
            <pc:docMk/>
            <pc:sldMk cId="2265389642" sldId="261"/>
            <ac:spMk id="175" creationId="{4144B769-02D6-6BAD-B041-1C5A89C7BB7E}"/>
          </ac:spMkLst>
        </pc:spChg>
        <pc:grpChg chg="add mod">
          <ac:chgData name="Fadel Berakdar" userId="8f0901f6-edb2-4c86-ae2b-c7f5a6cc0d94" providerId="ADAL" clId="{077C7388-A4F3-9540-A267-C4DF6C13A613}" dt="2025-05-13T15:38:43.756" v="3687" actId="1038"/>
          <ac:grpSpMkLst>
            <pc:docMk/>
            <pc:sldMk cId="2265389642" sldId="261"/>
            <ac:grpSpMk id="46" creationId="{99F6A5AA-B291-FAB4-46DD-BEF8D3577020}"/>
          </ac:grpSpMkLst>
        </pc:grpChg>
        <pc:grpChg chg="add mod">
          <ac:chgData name="Fadel Berakdar" userId="8f0901f6-edb2-4c86-ae2b-c7f5a6cc0d94" providerId="ADAL" clId="{077C7388-A4F3-9540-A267-C4DF6C13A613}" dt="2025-05-13T16:52:23.074" v="4834" actId="207"/>
          <ac:grpSpMkLst>
            <pc:docMk/>
            <pc:sldMk cId="2265389642" sldId="261"/>
            <ac:grpSpMk id="53" creationId="{3BDCEC58-AC9E-6BCC-6962-F35DD5F9098B}"/>
          </ac:grpSpMkLst>
        </pc:grpChg>
        <pc:grpChg chg="add mod">
          <ac:chgData name="Fadel Berakdar" userId="8f0901f6-edb2-4c86-ae2b-c7f5a6cc0d94" providerId="ADAL" clId="{077C7388-A4F3-9540-A267-C4DF6C13A613}" dt="2025-05-13T15:36:54.660" v="3627" actId="1076"/>
          <ac:grpSpMkLst>
            <pc:docMk/>
            <pc:sldMk cId="2265389642" sldId="261"/>
            <ac:grpSpMk id="57" creationId="{E56AF32E-82D4-ABF8-B7FA-B1333DEBE40A}"/>
          </ac:grpSpMkLst>
        </pc:grpChg>
        <pc:grpChg chg="add mod">
          <ac:chgData name="Fadel Berakdar" userId="8f0901f6-edb2-4c86-ae2b-c7f5a6cc0d94" providerId="ADAL" clId="{077C7388-A4F3-9540-A267-C4DF6C13A613}" dt="2025-05-13T15:39:22.465" v="3706" actId="1036"/>
          <ac:grpSpMkLst>
            <pc:docMk/>
            <pc:sldMk cId="2265389642" sldId="261"/>
            <ac:grpSpMk id="69" creationId="{2AFB177B-32D6-437B-073A-8BE0E03B2CB7}"/>
          </ac:grpSpMkLst>
        </pc:grpChg>
        <pc:grpChg chg="add del mod">
          <ac:chgData name="Fadel Berakdar" userId="8f0901f6-edb2-4c86-ae2b-c7f5a6cc0d94" providerId="ADAL" clId="{077C7388-A4F3-9540-A267-C4DF6C13A613}" dt="2025-05-13T16:06:06.040" v="4138" actId="478"/>
          <ac:grpSpMkLst>
            <pc:docMk/>
            <pc:sldMk cId="2265389642" sldId="261"/>
            <ac:grpSpMk id="70" creationId="{DBD328CE-5DE6-3A4F-4F65-EC118FB0E223}"/>
          </ac:grpSpMkLst>
        </pc:grpChg>
        <pc:grpChg chg="add mod">
          <ac:chgData name="Fadel Berakdar" userId="8f0901f6-edb2-4c86-ae2b-c7f5a6cc0d94" providerId="ADAL" clId="{077C7388-A4F3-9540-A267-C4DF6C13A613}" dt="2025-05-13T16:19:26.923" v="4469" actId="14100"/>
          <ac:grpSpMkLst>
            <pc:docMk/>
            <pc:sldMk cId="2265389642" sldId="261"/>
            <ac:grpSpMk id="93" creationId="{3FA7570B-083B-2452-EF74-EF4BEFBD1FF6}"/>
          </ac:grpSpMkLst>
        </pc:grpChg>
        <pc:grpChg chg="add mod">
          <ac:chgData name="Fadel Berakdar" userId="8f0901f6-edb2-4c86-ae2b-c7f5a6cc0d94" providerId="ADAL" clId="{077C7388-A4F3-9540-A267-C4DF6C13A613}" dt="2025-05-13T16:29:59.139" v="4749" actId="1036"/>
          <ac:grpSpMkLst>
            <pc:docMk/>
            <pc:sldMk cId="2265389642" sldId="261"/>
            <ac:grpSpMk id="98" creationId="{DACE0A26-7568-6B7C-1143-633FBF21A6A1}"/>
          </ac:grpSpMkLst>
        </pc:grpChg>
        <pc:grpChg chg="add mod">
          <ac:chgData name="Fadel Berakdar" userId="8f0901f6-edb2-4c86-ae2b-c7f5a6cc0d94" providerId="ADAL" clId="{077C7388-A4F3-9540-A267-C4DF6C13A613}" dt="2025-05-13T16:02:36.369" v="4053"/>
          <ac:grpSpMkLst>
            <pc:docMk/>
            <pc:sldMk cId="2265389642" sldId="261"/>
            <ac:grpSpMk id="110" creationId="{19C28FF0-BC3C-3F5F-F863-B635F5F4EF37}"/>
          </ac:grpSpMkLst>
        </pc:grpChg>
        <pc:grpChg chg="add mod">
          <ac:chgData name="Fadel Berakdar" userId="8f0901f6-edb2-4c86-ae2b-c7f5a6cc0d94" providerId="ADAL" clId="{077C7388-A4F3-9540-A267-C4DF6C13A613}" dt="2025-05-13T16:04:36.206" v="4083" actId="1037"/>
          <ac:grpSpMkLst>
            <pc:docMk/>
            <pc:sldMk cId="2265389642" sldId="261"/>
            <ac:grpSpMk id="113" creationId="{9C583D49-1CD7-32C6-A1EF-99B6CED2CA42}"/>
          </ac:grpSpMkLst>
        </pc:grpChg>
        <pc:grpChg chg="add mod">
          <ac:chgData name="Fadel Berakdar" userId="8f0901f6-edb2-4c86-ae2b-c7f5a6cc0d94" providerId="ADAL" clId="{077C7388-A4F3-9540-A267-C4DF6C13A613}" dt="2025-05-13T16:08:18.765" v="4223" actId="1038"/>
          <ac:grpSpMkLst>
            <pc:docMk/>
            <pc:sldMk cId="2265389642" sldId="261"/>
            <ac:grpSpMk id="119" creationId="{0428C871-974A-8CAB-BF2A-5DD4156E66E8}"/>
          </ac:grpSpMkLst>
        </pc:grpChg>
        <pc:grpChg chg="add mod">
          <ac:chgData name="Fadel Berakdar" userId="8f0901f6-edb2-4c86-ae2b-c7f5a6cc0d94" providerId="ADAL" clId="{077C7388-A4F3-9540-A267-C4DF6C13A613}" dt="2025-05-13T16:12:21.905" v="4395" actId="1036"/>
          <ac:grpSpMkLst>
            <pc:docMk/>
            <pc:sldMk cId="2265389642" sldId="261"/>
            <ac:grpSpMk id="122" creationId="{93E16D0E-0822-4172-C21C-9CB245EDB667}"/>
          </ac:grpSpMkLst>
        </pc:grpChg>
        <pc:grpChg chg="add del mod">
          <ac:chgData name="Fadel Berakdar" userId="8f0901f6-edb2-4c86-ae2b-c7f5a6cc0d94" providerId="ADAL" clId="{077C7388-A4F3-9540-A267-C4DF6C13A613}" dt="2025-05-13T18:34:32.783" v="5507" actId="478"/>
          <ac:grpSpMkLst>
            <pc:docMk/>
            <pc:sldMk cId="2265389642" sldId="261"/>
            <ac:grpSpMk id="131" creationId="{5FE84CC3-4CDA-4A75-87C0-DCD661D7B5A1}"/>
          </ac:grpSpMkLst>
        </pc:grpChg>
        <pc:grpChg chg="add del mod">
          <ac:chgData name="Fadel Berakdar" userId="8f0901f6-edb2-4c86-ae2b-c7f5a6cc0d94" providerId="ADAL" clId="{077C7388-A4F3-9540-A267-C4DF6C13A613}" dt="2025-05-13T16:31:57.114" v="4784" actId="478"/>
          <ac:grpSpMkLst>
            <pc:docMk/>
            <pc:sldMk cId="2265389642" sldId="261"/>
            <ac:grpSpMk id="135" creationId="{05F2577E-C9E6-EC13-84B2-55E71E8B80F0}"/>
          </ac:grpSpMkLst>
        </pc:grpChg>
        <pc:grpChg chg="add del mod">
          <ac:chgData name="Fadel Berakdar" userId="8f0901f6-edb2-4c86-ae2b-c7f5a6cc0d94" providerId="ADAL" clId="{077C7388-A4F3-9540-A267-C4DF6C13A613}" dt="2025-05-13T18:30:39.642" v="5467" actId="478"/>
          <ac:grpSpMkLst>
            <pc:docMk/>
            <pc:sldMk cId="2265389642" sldId="261"/>
            <ac:grpSpMk id="141" creationId="{F4B15611-3B4F-CAA5-4868-E9B1B0BB6635}"/>
          </ac:grpSpMkLst>
        </pc:grpChg>
        <pc:grpChg chg="add mod">
          <ac:chgData name="Fadel Berakdar" userId="8f0901f6-edb2-4c86-ae2b-c7f5a6cc0d94" providerId="ADAL" clId="{077C7388-A4F3-9540-A267-C4DF6C13A613}" dt="2025-05-13T19:12:39.836" v="5736" actId="14100"/>
          <ac:grpSpMkLst>
            <pc:docMk/>
            <pc:sldMk cId="2265389642" sldId="261"/>
            <ac:grpSpMk id="148" creationId="{2FD05A3D-494F-22F2-0AF1-1A24D9936A22}"/>
          </ac:grpSpMkLst>
        </pc:grpChg>
        <pc:grpChg chg="add del mod">
          <ac:chgData name="Fadel Berakdar" userId="8f0901f6-edb2-4c86-ae2b-c7f5a6cc0d94" providerId="ADAL" clId="{077C7388-A4F3-9540-A267-C4DF6C13A613}" dt="2025-05-13T18:10:51.880" v="5346" actId="478"/>
          <ac:grpSpMkLst>
            <pc:docMk/>
            <pc:sldMk cId="2265389642" sldId="261"/>
            <ac:grpSpMk id="150" creationId="{C25FB580-DF9C-264C-B792-C08A98088E27}"/>
          </ac:grpSpMkLst>
        </pc:grpChg>
        <pc:grpChg chg="add mod">
          <ac:chgData name="Fadel Berakdar" userId="8f0901f6-edb2-4c86-ae2b-c7f5a6cc0d94" providerId="ADAL" clId="{077C7388-A4F3-9540-A267-C4DF6C13A613}" dt="2025-05-13T19:12:44.417" v="5747" actId="1076"/>
          <ac:grpSpMkLst>
            <pc:docMk/>
            <pc:sldMk cId="2265389642" sldId="261"/>
            <ac:grpSpMk id="157" creationId="{71851E1A-7972-ADBE-04EA-1B4151A3528E}"/>
          </ac:grpSpMkLst>
        </pc:grpChg>
        <pc:grpChg chg="add del mod">
          <ac:chgData name="Fadel Berakdar" userId="8f0901f6-edb2-4c86-ae2b-c7f5a6cc0d94" providerId="ADAL" clId="{077C7388-A4F3-9540-A267-C4DF6C13A613}" dt="2025-05-13T18:32:06.632" v="5475" actId="478"/>
          <ac:grpSpMkLst>
            <pc:docMk/>
            <pc:sldMk cId="2265389642" sldId="261"/>
            <ac:grpSpMk id="163" creationId="{A6816807-1C49-A2F2-2F5E-827E8AA3913D}"/>
          </ac:grpSpMkLst>
        </pc:grpChg>
        <pc:grpChg chg="add mod">
          <ac:chgData name="Fadel Berakdar" userId="8f0901f6-edb2-4c86-ae2b-c7f5a6cc0d94" providerId="ADAL" clId="{077C7388-A4F3-9540-A267-C4DF6C13A613}" dt="2025-05-13T18:52:47.873" v="5622" actId="14100"/>
          <ac:grpSpMkLst>
            <pc:docMk/>
            <pc:sldMk cId="2265389642" sldId="261"/>
            <ac:grpSpMk id="167" creationId="{A09C64EA-0F2C-B88F-274A-D19C013F93A9}"/>
          </ac:grpSpMkLst>
        </pc:grpChg>
        <pc:graphicFrameChg chg="add del modGraphic">
          <ac:chgData name="Fadel Berakdar" userId="8f0901f6-edb2-4c86-ae2b-c7f5a6cc0d94" providerId="ADAL" clId="{077C7388-A4F3-9540-A267-C4DF6C13A613}" dt="2025-05-13T14:54:33.854" v="3000" actId="1032"/>
          <ac:graphicFrameMkLst>
            <pc:docMk/>
            <pc:sldMk cId="2265389642" sldId="261"/>
            <ac:graphicFrameMk id="17" creationId="{DF568569-147A-DEF7-1B76-C547309CB6E2}"/>
          </ac:graphicFrameMkLst>
        </pc:graphicFrameChg>
        <pc:picChg chg="add del mod">
          <ac:chgData name="Fadel Berakdar" userId="8f0901f6-edb2-4c86-ae2b-c7f5a6cc0d94" providerId="ADAL" clId="{077C7388-A4F3-9540-A267-C4DF6C13A613}" dt="2025-05-13T18:08:04.855" v="5342" actId="478"/>
          <ac:picMkLst>
            <pc:docMk/>
            <pc:sldMk cId="2265389642" sldId="261"/>
            <ac:picMk id="4" creationId="{8934C09A-437F-CCE0-5E02-0AEB0933725E}"/>
          </ac:picMkLst>
        </pc:picChg>
        <pc:picChg chg="add del mod">
          <ac:chgData name="Fadel Berakdar" userId="8f0901f6-edb2-4c86-ae2b-c7f5a6cc0d94" providerId="ADAL" clId="{077C7388-A4F3-9540-A267-C4DF6C13A613}" dt="2025-05-13T14:40:15.670" v="2954" actId="478"/>
          <ac:picMkLst>
            <pc:docMk/>
            <pc:sldMk cId="2265389642" sldId="261"/>
            <ac:picMk id="6" creationId="{7BD3B1D6-1850-B791-DE98-29B668548739}"/>
          </ac:picMkLst>
        </pc:picChg>
        <pc:picChg chg="add mod">
          <ac:chgData name="Fadel Berakdar" userId="8f0901f6-edb2-4c86-ae2b-c7f5a6cc0d94" providerId="ADAL" clId="{077C7388-A4F3-9540-A267-C4DF6C13A613}" dt="2025-05-13T15:01:15.384" v="3028" actId="1076"/>
          <ac:picMkLst>
            <pc:docMk/>
            <pc:sldMk cId="2265389642" sldId="261"/>
            <ac:picMk id="8" creationId="{08D052B1-639E-459E-D080-382E08C1468F}"/>
          </ac:picMkLst>
        </pc:picChg>
        <pc:picChg chg="add del mod">
          <ac:chgData name="Fadel Berakdar" userId="8f0901f6-edb2-4c86-ae2b-c7f5a6cc0d94" providerId="ADAL" clId="{077C7388-A4F3-9540-A267-C4DF6C13A613}" dt="2025-05-13T14:43:12.063" v="2978" actId="478"/>
          <ac:picMkLst>
            <pc:docMk/>
            <pc:sldMk cId="2265389642" sldId="261"/>
            <ac:picMk id="10" creationId="{BE5BA747-1063-850D-77FE-0D8912239A09}"/>
          </ac:picMkLst>
        </pc:picChg>
        <pc:picChg chg="add del mod">
          <ac:chgData name="Fadel Berakdar" userId="8f0901f6-edb2-4c86-ae2b-c7f5a6cc0d94" providerId="ADAL" clId="{077C7388-A4F3-9540-A267-C4DF6C13A613}" dt="2025-05-13T14:40:15.670" v="2954" actId="478"/>
          <ac:picMkLst>
            <pc:docMk/>
            <pc:sldMk cId="2265389642" sldId="261"/>
            <ac:picMk id="12" creationId="{778AB5FF-9EB2-F60F-F9D4-DC0E3678E718}"/>
          </ac:picMkLst>
        </pc:picChg>
        <pc:picChg chg="add mod">
          <ac:chgData name="Fadel Berakdar" userId="8f0901f6-edb2-4c86-ae2b-c7f5a6cc0d94" providerId="ADAL" clId="{077C7388-A4F3-9540-A267-C4DF6C13A613}" dt="2025-05-13T15:01:15.838" v="3029" actId="1076"/>
          <ac:picMkLst>
            <pc:docMk/>
            <pc:sldMk cId="2265389642" sldId="261"/>
            <ac:picMk id="13" creationId="{1C09EB77-09E2-B102-8082-84888958A310}"/>
          </ac:picMkLst>
        </pc:picChg>
        <pc:picChg chg="add del mod">
          <ac:chgData name="Fadel Berakdar" userId="8f0901f6-edb2-4c86-ae2b-c7f5a6cc0d94" providerId="ADAL" clId="{077C7388-A4F3-9540-A267-C4DF6C13A613}" dt="2025-05-13T14:40:15.670" v="2954" actId="478"/>
          <ac:picMkLst>
            <pc:docMk/>
            <pc:sldMk cId="2265389642" sldId="261"/>
            <ac:picMk id="14" creationId="{9AC00E5B-7A59-09CE-6A06-022D6629B705}"/>
          </ac:picMkLst>
        </pc:picChg>
        <pc:picChg chg="add del mod">
          <ac:chgData name="Fadel Berakdar" userId="8f0901f6-edb2-4c86-ae2b-c7f5a6cc0d94" providerId="ADAL" clId="{077C7388-A4F3-9540-A267-C4DF6C13A613}" dt="2025-05-13T15:07:14.858" v="3032" actId="478"/>
          <ac:picMkLst>
            <pc:docMk/>
            <pc:sldMk cId="2265389642" sldId="261"/>
            <ac:picMk id="32" creationId="{34942329-E525-FD2F-6702-CF07A8101AB1}"/>
          </ac:picMkLst>
        </pc:picChg>
        <pc:picChg chg="add del mod">
          <ac:chgData name="Fadel Berakdar" userId="8f0901f6-edb2-4c86-ae2b-c7f5a6cc0d94" providerId="ADAL" clId="{077C7388-A4F3-9540-A267-C4DF6C13A613}" dt="2025-05-13T15:07:41.781" v="3038" actId="478"/>
          <ac:picMkLst>
            <pc:docMk/>
            <pc:sldMk cId="2265389642" sldId="261"/>
            <ac:picMk id="34" creationId="{A1A53C99-1B7A-B0E6-78F9-1C31B126677E}"/>
          </ac:picMkLst>
        </pc:picChg>
        <pc:picChg chg="add del mod">
          <ac:chgData name="Fadel Berakdar" userId="8f0901f6-edb2-4c86-ae2b-c7f5a6cc0d94" providerId="ADAL" clId="{077C7388-A4F3-9540-A267-C4DF6C13A613}" dt="2025-05-13T15:09:10.182" v="3052" actId="478"/>
          <ac:picMkLst>
            <pc:docMk/>
            <pc:sldMk cId="2265389642" sldId="261"/>
            <ac:picMk id="37" creationId="{E8798EE3-E2D9-4E80-CF12-EEBC283CF0C4}"/>
          </ac:picMkLst>
        </pc:picChg>
        <pc:picChg chg="add mod">
          <ac:chgData name="Fadel Berakdar" userId="8f0901f6-edb2-4c86-ae2b-c7f5a6cc0d94" providerId="ADAL" clId="{077C7388-A4F3-9540-A267-C4DF6C13A613}" dt="2025-05-13T15:34:19.876" v="3560" actId="1036"/>
          <ac:picMkLst>
            <pc:docMk/>
            <pc:sldMk cId="2265389642" sldId="261"/>
            <ac:picMk id="48" creationId="{D99E1653-4E55-5C87-A6CE-B0E3110A5B3D}"/>
          </ac:picMkLst>
        </pc:picChg>
        <pc:picChg chg="add mod">
          <ac:chgData name="Fadel Berakdar" userId="8f0901f6-edb2-4c86-ae2b-c7f5a6cc0d94" providerId="ADAL" clId="{077C7388-A4F3-9540-A267-C4DF6C13A613}" dt="2025-05-13T16:52:48.633" v="4836" actId="207"/>
          <ac:picMkLst>
            <pc:docMk/>
            <pc:sldMk cId="2265389642" sldId="261"/>
            <ac:picMk id="51" creationId="{A2922DCD-145A-BDA1-BC0D-0D3E16763965}"/>
          </ac:picMkLst>
        </pc:picChg>
        <pc:picChg chg="add mod">
          <ac:chgData name="Fadel Berakdar" userId="8f0901f6-edb2-4c86-ae2b-c7f5a6cc0d94" providerId="ADAL" clId="{077C7388-A4F3-9540-A267-C4DF6C13A613}" dt="2025-05-13T15:25:39.166" v="3271" actId="14100"/>
          <ac:picMkLst>
            <pc:docMk/>
            <pc:sldMk cId="2265389642" sldId="261"/>
            <ac:picMk id="55" creationId="{07984F64-EAD9-C206-0369-831860788CE9}"/>
          </ac:picMkLst>
        </pc:picChg>
        <pc:picChg chg="add mod">
          <ac:chgData name="Fadel Berakdar" userId="8f0901f6-edb2-4c86-ae2b-c7f5a6cc0d94" providerId="ADAL" clId="{077C7388-A4F3-9540-A267-C4DF6C13A613}" dt="2025-05-13T15:30:06.681" v="3395" actId="1076"/>
          <ac:picMkLst>
            <pc:docMk/>
            <pc:sldMk cId="2265389642" sldId="261"/>
            <ac:picMk id="59" creationId="{9D9E0A54-1884-D3A6-A1A6-FFE71E98310A}"/>
          </ac:picMkLst>
        </pc:picChg>
        <pc:picChg chg="mod">
          <ac:chgData name="Fadel Berakdar" userId="8f0901f6-edb2-4c86-ae2b-c7f5a6cc0d94" providerId="ADAL" clId="{077C7388-A4F3-9540-A267-C4DF6C13A613}" dt="2025-05-13T15:59:33.298" v="4003" actId="20578"/>
          <ac:picMkLst>
            <pc:docMk/>
            <pc:sldMk cId="2265389642" sldId="261"/>
            <ac:picMk id="71" creationId="{9685B136-C650-8240-28F2-464BBECCCC40}"/>
          </ac:picMkLst>
        </pc:picChg>
        <pc:picChg chg="add del mod">
          <ac:chgData name="Fadel Berakdar" userId="8f0901f6-edb2-4c86-ae2b-c7f5a6cc0d94" providerId="ADAL" clId="{077C7388-A4F3-9540-A267-C4DF6C13A613}" dt="2025-05-13T17:04:18.039" v="4914" actId="478"/>
          <ac:picMkLst>
            <pc:docMk/>
            <pc:sldMk cId="2265389642" sldId="261"/>
            <ac:picMk id="96" creationId="{F3270032-EAE2-4782-2A2B-C4E83606283D}"/>
          </ac:picMkLst>
        </pc:picChg>
        <pc:picChg chg="mod">
          <ac:chgData name="Fadel Berakdar" userId="8f0901f6-edb2-4c86-ae2b-c7f5a6cc0d94" providerId="ADAL" clId="{077C7388-A4F3-9540-A267-C4DF6C13A613}" dt="2025-05-13T15:59:21.126" v="4000"/>
          <ac:picMkLst>
            <pc:docMk/>
            <pc:sldMk cId="2265389642" sldId="261"/>
            <ac:picMk id="99" creationId="{E6707AB1-D6B7-E65D-D486-258FE2925A08}"/>
          </ac:picMkLst>
        </pc:picChg>
        <pc:picChg chg="add mod">
          <ac:chgData name="Fadel Berakdar" userId="8f0901f6-edb2-4c86-ae2b-c7f5a6cc0d94" providerId="ADAL" clId="{077C7388-A4F3-9540-A267-C4DF6C13A613}" dt="2025-05-13T16:00:19.805" v="4011" actId="931"/>
          <ac:picMkLst>
            <pc:docMk/>
            <pc:sldMk cId="2265389642" sldId="261"/>
            <ac:picMk id="102" creationId="{DB832B6F-0E35-E5DB-B6E3-90001B7B6F53}"/>
          </ac:picMkLst>
        </pc:picChg>
        <pc:picChg chg="add mod">
          <ac:chgData name="Fadel Berakdar" userId="8f0901f6-edb2-4c86-ae2b-c7f5a6cc0d94" providerId="ADAL" clId="{077C7388-A4F3-9540-A267-C4DF6C13A613}" dt="2025-05-13T16:00:27.960" v="4012" actId="931"/>
          <ac:picMkLst>
            <pc:docMk/>
            <pc:sldMk cId="2265389642" sldId="261"/>
            <ac:picMk id="104" creationId="{BE24C6E8-1B3C-C19D-8B58-DDAE3F1E2203}"/>
          </ac:picMkLst>
        </pc:picChg>
        <pc:picChg chg="add mod">
          <ac:chgData name="Fadel Berakdar" userId="8f0901f6-edb2-4c86-ae2b-c7f5a6cc0d94" providerId="ADAL" clId="{077C7388-A4F3-9540-A267-C4DF6C13A613}" dt="2025-05-13T16:00:36.511" v="4015" actId="931"/>
          <ac:picMkLst>
            <pc:docMk/>
            <pc:sldMk cId="2265389642" sldId="261"/>
            <ac:picMk id="106" creationId="{51DBB273-FF4E-0208-C2C2-B96A1CAD8717}"/>
          </ac:picMkLst>
        </pc:picChg>
        <pc:picChg chg="add mod">
          <ac:chgData name="Fadel Berakdar" userId="8f0901f6-edb2-4c86-ae2b-c7f5a6cc0d94" providerId="ADAL" clId="{077C7388-A4F3-9540-A267-C4DF6C13A613}" dt="2025-05-13T16:04:30.971" v="4075" actId="1076"/>
          <ac:picMkLst>
            <pc:docMk/>
            <pc:sldMk cId="2265389642" sldId="261"/>
            <ac:picMk id="108" creationId="{7B151AA1-2533-6A71-90CD-C30F5E0C9C1F}"/>
          </ac:picMkLst>
        </pc:picChg>
        <pc:picChg chg="mod">
          <ac:chgData name="Fadel Berakdar" userId="8f0901f6-edb2-4c86-ae2b-c7f5a6cc0d94" providerId="ADAL" clId="{077C7388-A4F3-9540-A267-C4DF6C13A613}" dt="2025-05-13T16:02:36.369" v="4053"/>
          <ac:picMkLst>
            <pc:docMk/>
            <pc:sldMk cId="2265389642" sldId="261"/>
            <ac:picMk id="111" creationId="{2E326F1F-8F00-B00B-038A-8889B4147956}"/>
          </ac:picMkLst>
        </pc:picChg>
        <pc:picChg chg="mod">
          <ac:chgData name="Fadel Berakdar" userId="8f0901f6-edb2-4c86-ae2b-c7f5a6cc0d94" providerId="ADAL" clId="{077C7388-A4F3-9540-A267-C4DF6C13A613}" dt="2025-05-13T16:06:28.585" v="4146"/>
          <ac:picMkLst>
            <pc:docMk/>
            <pc:sldMk cId="2265389642" sldId="261"/>
            <ac:picMk id="120" creationId="{C4CA53F9-5BD7-94F8-4287-4B8D02D3EF3D}"/>
          </ac:picMkLst>
        </pc:picChg>
        <pc:picChg chg="add del mod">
          <ac:chgData name="Fadel Berakdar" userId="8f0901f6-edb2-4c86-ae2b-c7f5a6cc0d94" providerId="ADAL" clId="{077C7388-A4F3-9540-A267-C4DF6C13A613}" dt="2025-05-13T16:18:04.494" v="4459" actId="478"/>
          <ac:picMkLst>
            <pc:docMk/>
            <pc:sldMk cId="2265389642" sldId="261"/>
            <ac:picMk id="127" creationId="{424DD287-7CC8-7F44-9523-B2A0164A47B5}"/>
          </ac:picMkLst>
        </pc:picChg>
        <pc:picChg chg="add mod modCrop">
          <ac:chgData name="Fadel Berakdar" userId="8f0901f6-edb2-4c86-ae2b-c7f5a6cc0d94" providerId="ADAL" clId="{077C7388-A4F3-9540-A267-C4DF6C13A613}" dt="2025-05-13T19:12:51.694" v="5749" actId="1076"/>
          <ac:picMkLst>
            <pc:docMk/>
            <pc:sldMk cId="2265389642" sldId="261"/>
            <ac:picMk id="139" creationId="{F07931DD-485D-3395-85A7-AD1E53F4EB2E}"/>
          </ac:picMkLst>
        </pc:picChg>
        <pc:picChg chg="add mod">
          <ac:chgData name="Fadel Berakdar" userId="8f0901f6-edb2-4c86-ae2b-c7f5a6cc0d94" providerId="ADAL" clId="{077C7388-A4F3-9540-A267-C4DF6C13A613}" dt="2025-05-13T17:11:21.961" v="4955" actId="1076"/>
          <ac:picMkLst>
            <pc:docMk/>
            <pc:sldMk cId="2265389642" sldId="261"/>
            <ac:picMk id="146" creationId="{7479AF19-4F1D-A5F9-3803-39391710224F}"/>
          </ac:picMkLst>
        </pc:picChg>
        <pc:picChg chg="add mod">
          <ac:chgData name="Fadel Berakdar" userId="8f0901f6-edb2-4c86-ae2b-c7f5a6cc0d94" providerId="ADAL" clId="{077C7388-A4F3-9540-A267-C4DF6C13A613}" dt="2025-05-13T17:24:30.515" v="5116" actId="14100"/>
          <ac:picMkLst>
            <pc:docMk/>
            <pc:sldMk cId="2265389642" sldId="261"/>
            <ac:picMk id="155" creationId="{C7A02D38-7922-5DCF-8BEE-DCFD42E9FB16}"/>
          </ac:picMkLst>
        </pc:picChg>
        <pc:cxnChg chg="add del mod">
          <ac:chgData name="Fadel Berakdar" userId="8f0901f6-edb2-4c86-ae2b-c7f5a6cc0d94" providerId="ADAL" clId="{077C7388-A4F3-9540-A267-C4DF6C13A613}" dt="2025-05-13T14:56:36.846" v="3021" actId="478"/>
          <ac:cxnSpMkLst>
            <pc:docMk/>
            <pc:sldMk cId="2265389642" sldId="261"/>
            <ac:cxnSpMk id="19" creationId="{4B4BA0A3-240A-7A2F-95DB-CEE41504B253}"/>
          </ac:cxnSpMkLst>
        </pc:cxnChg>
        <pc:cxnChg chg="add mod">
          <ac:chgData name="Fadel Berakdar" userId="8f0901f6-edb2-4c86-ae2b-c7f5a6cc0d94" providerId="ADAL" clId="{077C7388-A4F3-9540-A267-C4DF6C13A613}" dt="2025-05-13T15:33:53.749" v="3539" actId="1038"/>
          <ac:cxnSpMkLst>
            <pc:docMk/>
            <pc:sldMk cId="2265389642" sldId="261"/>
            <ac:cxnSpMk id="40" creationId="{B0EDDE41-D641-F5CC-A0EB-444F494D543E}"/>
          </ac:cxnSpMkLst>
        </pc:cxnChg>
        <pc:cxnChg chg="add mod">
          <ac:chgData name="Fadel Berakdar" userId="8f0901f6-edb2-4c86-ae2b-c7f5a6cc0d94" providerId="ADAL" clId="{077C7388-A4F3-9540-A267-C4DF6C13A613}" dt="2025-05-13T15:33:38.152" v="3533" actId="1035"/>
          <ac:cxnSpMkLst>
            <pc:docMk/>
            <pc:sldMk cId="2265389642" sldId="261"/>
            <ac:cxnSpMk id="41" creationId="{E3AC4840-F0DA-BCB1-32D2-40CBE494EBE5}"/>
          </ac:cxnSpMkLst>
        </pc:cxnChg>
        <pc:cxnChg chg="add mod">
          <ac:chgData name="Fadel Berakdar" userId="8f0901f6-edb2-4c86-ae2b-c7f5a6cc0d94" providerId="ADAL" clId="{077C7388-A4F3-9540-A267-C4DF6C13A613}" dt="2025-05-13T15:38:43.756" v="3687" actId="1038"/>
          <ac:cxnSpMkLst>
            <pc:docMk/>
            <pc:sldMk cId="2265389642" sldId="261"/>
            <ac:cxnSpMk id="62" creationId="{C571782F-0D14-8FC1-BA90-000F9B159745}"/>
          </ac:cxnSpMkLst>
        </pc:cxnChg>
        <pc:cxnChg chg="add mod">
          <ac:chgData name="Fadel Berakdar" userId="8f0901f6-edb2-4c86-ae2b-c7f5a6cc0d94" providerId="ADAL" clId="{077C7388-A4F3-9540-A267-C4DF6C13A613}" dt="2025-05-13T15:46:44.365" v="3821" actId="1038"/>
          <ac:cxnSpMkLst>
            <pc:docMk/>
            <pc:sldMk cId="2265389642" sldId="261"/>
            <ac:cxnSpMk id="64" creationId="{C6EF8861-F860-213B-BBA5-F6F7917C6015}"/>
          </ac:cxnSpMkLst>
        </pc:cxnChg>
        <pc:cxnChg chg="add mod">
          <ac:chgData name="Fadel Berakdar" userId="8f0901f6-edb2-4c86-ae2b-c7f5a6cc0d94" providerId="ADAL" clId="{077C7388-A4F3-9540-A267-C4DF6C13A613}" dt="2025-05-13T15:38:59.652" v="3703" actId="1037"/>
          <ac:cxnSpMkLst>
            <pc:docMk/>
            <pc:sldMk cId="2265389642" sldId="261"/>
            <ac:cxnSpMk id="73" creationId="{7D0FE3AA-682B-49FD-3360-0277E3412113}"/>
          </ac:cxnSpMkLst>
        </pc:cxnChg>
        <pc:cxnChg chg="mod">
          <ac:chgData name="Fadel Berakdar" userId="8f0901f6-edb2-4c86-ae2b-c7f5a6cc0d94" providerId="ADAL" clId="{077C7388-A4F3-9540-A267-C4DF6C13A613}" dt="2025-05-13T16:12:00.270" v="4358" actId="14100"/>
          <ac:cxnSpMkLst>
            <pc:docMk/>
            <pc:sldMk cId="2265389642" sldId="261"/>
            <ac:cxnSpMk id="114" creationId="{8E1FD010-3B25-5051-4408-D290EE4FB408}"/>
          </ac:cxnSpMkLst>
        </pc:cxnChg>
        <pc:cxnChg chg="mod">
          <ac:chgData name="Fadel Berakdar" userId="8f0901f6-edb2-4c86-ae2b-c7f5a6cc0d94" providerId="ADAL" clId="{077C7388-A4F3-9540-A267-C4DF6C13A613}" dt="2025-05-13T16:06:18.164" v="4145" actId="14100"/>
          <ac:cxnSpMkLst>
            <pc:docMk/>
            <pc:sldMk cId="2265389642" sldId="261"/>
            <ac:cxnSpMk id="115" creationId="{D32FED2A-5997-1B89-6185-E59E98F8EEE4}"/>
          </ac:cxnSpMkLst>
        </pc:cxnChg>
        <pc:cxnChg chg="add mod">
          <ac:chgData name="Fadel Berakdar" userId="8f0901f6-edb2-4c86-ae2b-c7f5a6cc0d94" providerId="ADAL" clId="{077C7388-A4F3-9540-A267-C4DF6C13A613}" dt="2025-05-13T16:29:53.541" v="4745" actId="1036"/>
          <ac:cxnSpMkLst>
            <pc:docMk/>
            <pc:sldMk cId="2265389642" sldId="261"/>
            <ac:cxnSpMk id="117" creationId="{BC3B2AA2-819B-C543-58FC-91F87085C082}"/>
          </ac:cxnSpMkLst>
        </pc:cxnChg>
        <pc:cxnChg chg="add del mod">
          <ac:chgData name="Fadel Berakdar" userId="8f0901f6-edb2-4c86-ae2b-c7f5a6cc0d94" providerId="ADAL" clId="{077C7388-A4F3-9540-A267-C4DF6C13A613}" dt="2025-05-13T16:33:11.521" v="4786" actId="478"/>
          <ac:cxnSpMkLst>
            <pc:docMk/>
            <pc:sldMk cId="2265389642" sldId="261"/>
            <ac:cxnSpMk id="124" creationId="{5FA6CD59-D3DD-F4E1-01C7-AE3464E2E157}"/>
          </ac:cxnSpMkLst>
        </pc:cxnChg>
        <pc:cxnChg chg="mod">
          <ac:chgData name="Fadel Berakdar" userId="8f0901f6-edb2-4c86-ae2b-c7f5a6cc0d94" providerId="ADAL" clId="{077C7388-A4F3-9540-A267-C4DF6C13A613}" dt="2025-05-13T16:28:49.502" v="4732"/>
          <ac:cxnSpMkLst>
            <pc:docMk/>
            <pc:sldMk cId="2265389642" sldId="261"/>
            <ac:cxnSpMk id="132" creationId="{895DEB7C-0850-CC72-CCF7-DAE76FF9864F}"/>
          </ac:cxnSpMkLst>
        </pc:cxnChg>
        <pc:cxnChg chg="mod">
          <ac:chgData name="Fadel Berakdar" userId="8f0901f6-edb2-4c86-ae2b-c7f5a6cc0d94" providerId="ADAL" clId="{077C7388-A4F3-9540-A267-C4DF6C13A613}" dt="2025-05-13T16:28:49.502" v="4732"/>
          <ac:cxnSpMkLst>
            <pc:docMk/>
            <pc:sldMk cId="2265389642" sldId="261"/>
            <ac:cxnSpMk id="133" creationId="{52ECD903-5B36-21AF-3664-6354D86C9EF2}"/>
          </ac:cxnSpMkLst>
        </pc:cxnChg>
        <pc:cxnChg chg="mod">
          <ac:chgData name="Fadel Berakdar" userId="8f0901f6-edb2-4c86-ae2b-c7f5a6cc0d94" providerId="ADAL" clId="{077C7388-A4F3-9540-A267-C4DF6C13A613}" dt="2025-05-13T16:30:59.895" v="4776"/>
          <ac:cxnSpMkLst>
            <pc:docMk/>
            <pc:sldMk cId="2265389642" sldId="261"/>
            <ac:cxnSpMk id="136" creationId="{E48EE77D-5922-E6B0-3AF8-8ECA0DCEFAE5}"/>
          </ac:cxnSpMkLst>
        </pc:cxnChg>
        <pc:cxnChg chg="mod">
          <ac:chgData name="Fadel Berakdar" userId="8f0901f6-edb2-4c86-ae2b-c7f5a6cc0d94" providerId="ADAL" clId="{077C7388-A4F3-9540-A267-C4DF6C13A613}" dt="2025-05-13T16:30:59.895" v="4776"/>
          <ac:cxnSpMkLst>
            <pc:docMk/>
            <pc:sldMk cId="2265389642" sldId="261"/>
            <ac:cxnSpMk id="137" creationId="{B54C5282-1EEB-4C2F-46F6-D821FB5AAC18}"/>
          </ac:cxnSpMkLst>
        </pc:cxnChg>
        <pc:cxnChg chg="mod">
          <ac:chgData name="Fadel Berakdar" userId="8f0901f6-edb2-4c86-ae2b-c7f5a6cc0d94" providerId="ADAL" clId="{077C7388-A4F3-9540-A267-C4DF6C13A613}" dt="2025-05-13T17:03:47.280" v="4910" actId="1076"/>
          <ac:cxnSpMkLst>
            <pc:docMk/>
            <pc:sldMk cId="2265389642" sldId="261"/>
            <ac:cxnSpMk id="142" creationId="{91A95C90-E721-D2E9-F3B4-3C3F976FB634}"/>
          </ac:cxnSpMkLst>
        </pc:cxnChg>
        <pc:cxnChg chg="mod">
          <ac:chgData name="Fadel Berakdar" userId="8f0901f6-edb2-4c86-ae2b-c7f5a6cc0d94" providerId="ADAL" clId="{077C7388-A4F3-9540-A267-C4DF6C13A613}" dt="2025-05-13T16:55:05.452" v="4843"/>
          <ac:cxnSpMkLst>
            <pc:docMk/>
            <pc:sldMk cId="2265389642" sldId="261"/>
            <ac:cxnSpMk id="143" creationId="{83C11178-B2A1-790D-6B3A-28C4262CB98E}"/>
          </ac:cxnSpMkLst>
        </pc:cxnChg>
        <pc:cxnChg chg="mod">
          <ac:chgData name="Fadel Berakdar" userId="8f0901f6-edb2-4c86-ae2b-c7f5a6cc0d94" providerId="ADAL" clId="{077C7388-A4F3-9540-A267-C4DF6C13A613}" dt="2025-05-13T17:16:52.824" v="4981"/>
          <ac:cxnSpMkLst>
            <pc:docMk/>
            <pc:sldMk cId="2265389642" sldId="261"/>
            <ac:cxnSpMk id="151" creationId="{877C700D-A6DB-1CAE-6899-D9BC2853D483}"/>
          </ac:cxnSpMkLst>
        </pc:cxnChg>
        <pc:cxnChg chg="mod">
          <ac:chgData name="Fadel Berakdar" userId="8f0901f6-edb2-4c86-ae2b-c7f5a6cc0d94" providerId="ADAL" clId="{077C7388-A4F3-9540-A267-C4DF6C13A613}" dt="2025-05-13T17:16:52.824" v="4981"/>
          <ac:cxnSpMkLst>
            <pc:docMk/>
            <pc:sldMk cId="2265389642" sldId="261"/>
            <ac:cxnSpMk id="152" creationId="{E787993E-89E8-708C-7275-90A7D42F67FC}"/>
          </ac:cxnSpMkLst>
        </pc:cxnChg>
        <pc:cxnChg chg="add mod">
          <ac:chgData name="Fadel Berakdar" userId="8f0901f6-edb2-4c86-ae2b-c7f5a6cc0d94" providerId="ADAL" clId="{077C7388-A4F3-9540-A267-C4DF6C13A613}" dt="2025-05-13T18:21:06.488" v="5387" actId="1035"/>
          <ac:cxnSpMkLst>
            <pc:docMk/>
            <pc:sldMk cId="2265389642" sldId="261"/>
            <ac:cxnSpMk id="158" creationId="{1502FA69-4F1C-836D-AF82-76140A002EB7}"/>
          </ac:cxnSpMkLst>
        </pc:cxnChg>
        <pc:cxnChg chg="add mod">
          <ac:chgData name="Fadel Berakdar" userId="8f0901f6-edb2-4c86-ae2b-c7f5a6cc0d94" providerId="ADAL" clId="{077C7388-A4F3-9540-A267-C4DF6C13A613}" dt="2025-05-13T18:55:48.334" v="5635" actId="1076"/>
          <ac:cxnSpMkLst>
            <pc:docMk/>
            <pc:sldMk cId="2265389642" sldId="261"/>
            <ac:cxnSpMk id="159" creationId="{18B92137-1BE7-15CB-2E65-23F775C2166A}"/>
          </ac:cxnSpMkLst>
        </pc:cxnChg>
        <pc:cxnChg chg="add mod">
          <ac:chgData name="Fadel Berakdar" userId="8f0901f6-edb2-4c86-ae2b-c7f5a6cc0d94" providerId="ADAL" clId="{077C7388-A4F3-9540-A267-C4DF6C13A613}" dt="2025-05-13T19:12:44.154" v="5742" actId="1076"/>
          <ac:cxnSpMkLst>
            <pc:docMk/>
            <pc:sldMk cId="2265389642" sldId="261"/>
            <ac:cxnSpMk id="161" creationId="{A6302C69-37AB-7BA8-6B4E-4094E4748205}"/>
          </ac:cxnSpMkLst>
        </pc:cxnChg>
        <pc:cxnChg chg="mod">
          <ac:chgData name="Fadel Berakdar" userId="8f0901f6-edb2-4c86-ae2b-c7f5a6cc0d94" providerId="ADAL" clId="{077C7388-A4F3-9540-A267-C4DF6C13A613}" dt="2025-05-13T18:30:47.677" v="5468"/>
          <ac:cxnSpMkLst>
            <pc:docMk/>
            <pc:sldMk cId="2265389642" sldId="261"/>
            <ac:cxnSpMk id="164" creationId="{2FF67F3E-5AAA-9E9B-43B3-EECBCF7B7998}"/>
          </ac:cxnSpMkLst>
        </pc:cxnChg>
        <pc:cxnChg chg="mod">
          <ac:chgData name="Fadel Berakdar" userId="8f0901f6-edb2-4c86-ae2b-c7f5a6cc0d94" providerId="ADAL" clId="{077C7388-A4F3-9540-A267-C4DF6C13A613}" dt="2025-05-13T18:30:47.677" v="5468"/>
          <ac:cxnSpMkLst>
            <pc:docMk/>
            <pc:sldMk cId="2265389642" sldId="261"/>
            <ac:cxnSpMk id="165" creationId="{468714C5-BEC3-1F0B-1EBB-1C978673D123}"/>
          </ac:cxnSpMkLst>
        </pc:cxnChg>
        <pc:cxnChg chg="mod">
          <ac:chgData name="Fadel Berakdar" userId="8f0901f6-edb2-4c86-ae2b-c7f5a6cc0d94" providerId="ADAL" clId="{077C7388-A4F3-9540-A267-C4DF6C13A613}" dt="2025-05-13T18:53:14.841" v="5625" actId="14100"/>
          <ac:cxnSpMkLst>
            <pc:docMk/>
            <pc:sldMk cId="2265389642" sldId="261"/>
            <ac:cxnSpMk id="168" creationId="{E5FE9207-2AA4-4E30-A8BF-3A69096D83FD}"/>
          </ac:cxnSpMkLst>
        </pc:cxnChg>
        <pc:cxnChg chg="mod">
          <ac:chgData name="Fadel Berakdar" userId="8f0901f6-edb2-4c86-ae2b-c7f5a6cc0d94" providerId="ADAL" clId="{077C7388-A4F3-9540-A267-C4DF6C13A613}" dt="2025-05-13T18:33:39.621" v="5501"/>
          <ac:cxnSpMkLst>
            <pc:docMk/>
            <pc:sldMk cId="2265389642" sldId="261"/>
            <ac:cxnSpMk id="169" creationId="{3C8886E5-6989-7686-48EF-98F3D9AB6B40}"/>
          </ac:cxnSpMkLst>
        </pc:cxnChg>
        <pc:cxnChg chg="add mod">
          <ac:chgData name="Fadel Berakdar" userId="8f0901f6-edb2-4c86-ae2b-c7f5a6cc0d94" providerId="ADAL" clId="{077C7388-A4F3-9540-A267-C4DF6C13A613}" dt="2025-05-13T19:12:51.905" v="5753" actId="14100"/>
          <ac:cxnSpMkLst>
            <pc:docMk/>
            <pc:sldMk cId="2265389642" sldId="261"/>
            <ac:cxnSpMk id="176" creationId="{986B3762-1FE0-FD83-A924-4BEA76C8138F}"/>
          </ac:cxnSpMkLst>
        </pc:cxnChg>
      </pc:sldChg>
      <pc:sldChg chg="addSp delSp modSp add del mod setBg">
        <pc:chgData name="Fadel Berakdar" userId="8f0901f6-edb2-4c86-ae2b-c7f5a6cc0d94" providerId="ADAL" clId="{077C7388-A4F3-9540-A267-C4DF6C13A613}" dt="2025-05-13T16:56:30.322" v="4885" actId="2696"/>
        <pc:sldMkLst>
          <pc:docMk/>
          <pc:sldMk cId="4059623661" sldId="262"/>
        </pc:sldMkLst>
        <pc:spChg chg="add del mod">
          <ac:chgData name="Fadel Berakdar" userId="8f0901f6-edb2-4c86-ae2b-c7f5a6cc0d94" providerId="ADAL" clId="{077C7388-A4F3-9540-A267-C4DF6C13A613}" dt="2025-05-13T14:47:08.046" v="2988"/>
          <ac:spMkLst>
            <pc:docMk/>
            <pc:sldMk cId="4059623661" sldId="262"/>
            <ac:spMk id="3" creationId="{8FEC5BF9-88FF-1BB7-14DB-25D078CFFDC5}"/>
          </ac:spMkLst>
        </pc:spChg>
        <pc:spChg chg="del">
          <ac:chgData name="Fadel Berakdar" userId="8f0901f6-edb2-4c86-ae2b-c7f5a6cc0d94" providerId="ADAL" clId="{077C7388-A4F3-9540-A267-C4DF6C13A613}" dt="2025-05-13T14:44:32.870" v="2981" actId="478"/>
          <ac:spMkLst>
            <pc:docMk/>
            <pc:sldMk cId="4059623661" sldId="262"/>
            <ac:spMk id="7" creationId="{A98A4020-8310-9DF9-EFFE-97E870BBD75E}"/>
          </ac:spMkLst>
        </pc:spChg>
        <pc:spChg chg="del">
          <ac:chgData name="Fadel Berakdar" userId="8f0901f6-edb2-4c86-ae2b-c7f5a6cc0d94" providerId="ADAL" clId="{077C7388-A4F3-9540-A267-C4DF6C13A613}" dt="2025-05-13T14:44:32.870" v="2981" actId="478"/>
          <ac:spMkLst>
            <pc:docMk/>
            <pc:sldMk cId="4059623661" sldId="262"/>
            <ac:spMk id="10" creationId="{C4862D45-42CC-4004-C321-34C6299FB4E0}"/>
          </ac:spMkLst>
        </pc:spChg>
        <pc:spChg chg="mod">
          <ac:chgData name="Fadel Berakdar" userId="8f0901f6-edb2-4c86-ae2b-c7f5a6cc0d94" providerId="ADAL" clId="{077C7388-A4F3-9540-A267-C4DF6C13A613}" dt="2025-05-13T14:49:03.028" v="2993" actId="208"/>
          <ac:spMkLst>
            <pc:docMk/>
            <pc:sldMk cId="4059623661" sldId="262"/>
            <ac:spMk id="58" creationId="{B33F6A27-10F7-2BB9-4288-74C8E0525AA4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59" creationId="{C3524085-E43F-F2B1-F594-3D0A7DC58CC7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61" creationId="{40E50EB3-A2C3-A296-9B67-FA3B76A1023F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63" creationId="{5D84860F-781F-5CE9-D0C9-A7E122FC5469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66" creationId="{CDA9BA6D-8FDE-579C-DCF1-3DC9255CE073}"/>
          </ac:spMkLst>
        </pc:spChg>
        <pc:spChg chg="del">
          <ac:chgData name="Fadel Berakdar" userId="8f0901f6-edb2-4c86-ae2b-c7f5a6cc0d94" providerId="ADAL" clId="{077C7388-A4F3-9540-A267-C4DF6C13A613}" dt="2025-05-13T14:44:50.291" v="2982" actId="478"/>
          <ac:spMkLst>
            <pc:docMk/>
            <pc:sldMk cId="4059623661" sldId="262"/>
            <ac:spMk id="67" creationId="{6A77B9F6-7B9F-DF59-0464-088A00FB49F8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74" creationId="{03E44368-54FC-4A8B-1036-EF6D9010C244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75" creationId="{2600E07C-F5AA-4211-5DBF-4B51D5EEEB4A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76" creationId="{3BAAA518-90C0-E2E3-6A99-E9181C2C671E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77" creationId="{7B1DC246-E142-BD16-B7F0-35372DFD05F5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78" creationId="{79D996E8-3CA5-209F-9C64-334525962AE4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80" creationId="{AFEA584D-FEA3-E98B-33DE-9860B8CBA4B1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81" creationId="{EEA4235C-4336-9B7B-9EDA-8BD3162DB421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82" creationId="{179B6BCA-E643-18D5-86C7-7567D6A18E87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84" creationId="{1F1D6356-B1D1-CE8D-A865-FA17F60AE558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87" creationId="{68F0C0DF-9047-9349-2592-78CC45CF353C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88" creationId="{449EDC5E-71C0-C0F9-231F-9497B2812918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92" creationId="{0D1F32B5-4E0F-F0C1-F6BB-05135B23D4EC}"/>
          </ac:spMkLst>
        </pc:spChg>
        <pc:spChg chg="del">
          <ac:chgData name="Fadel Berakdar" userId="8f0901f6-edb2-4c86-ae2b-c7f5a6cc0d94" providerId="ADAL" clId="{077C7388-A4F3-9540-A267-C4DF6C13A613}" dt="2025-05-13T14:45:57.026" v="2984" actId="478"/>
          <ac:spMkLst>
            <pc:docMk/>
            <pc:sldMk cId="4059623661" sldId="262"/>
            <ac:spMk id="95" creationId="{ACE37C5C-F99C-691D-6DA0-B0551355B738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106" creationId="{7300EF04-3B43-7E26-D3DF-0918B6F67AC6}"/>
          </ac:spMkLst>
        </pc:spChg>
        <pc:spChg chg="del">
          <ac:chgData name="Fadel Berakdar" userId="8f0901f6-edb2-4c86-ae2b-c7f5a6cc0d94" providerId="ADAL" clId="{077C7388-A4F3-9540-A267-C4DF6C13A613}" dt="2025-05-13T14:45:45.911" v="2983" actId="478"/>
          <ac:spMkLst>
            <pc:docMk/>
            <pc:sldMk cId="4059623661" sldId="262"/>
            <ac:spMk id="113" creationId="{2D2A0043-62FC-52CC-9511-0FC2A011D783}"/>
          </ac:spMkLst>
        </pc:spChg>
        <pc:grpChg chg="mod">
          <ac:chgData name="Fadel Berakdar" userId="8f0901f6-edb2-4c86-ae2b-c7f5a6cc0d94" providerId="ADAL" clId="{077C7388-A4F3-9540-A267-C4DF6C13A613}" dt="2025-05-13T14:49:18.152" v="2998" actId="1076"/>
          <ac:grpSpMkLst>
            <pc:docMk/>
            <pc:sldMk cId="4059623661" sldId="262"/>
            <ac:grpSpMk id="2" creationId="{3C900D9A-E74E-6ED4-411A-11B6684B3D99}"/>
          </ac:grpSpMkLst>
        </pc:grpChg>
        <pc:picChg chg="del">
          <ac:chgData name="Fadel Berakdar" userId="8f0901f6-edb2-4c86-ae2b-c7f5a6cc0d94" providerId="ADAL" clId="{077C7388-A4F3-9540-A267-C4DF6C13A613}" dt="2025-05-13T14:46:45.760" v="2985" actId="478"/>
          <ac:picMkLst>
            <pc:docMk/>
            <pc:sldMk cId="4059623661" sldId="262"/>
            <ac:picMk id="4" creationId="{88BFF271-3BE6-BC11-60C8-691AD26BDB1B}"/>
          </ac:picMkLst>
        </pc:picChg>
        <pc:picChg chg="del">
          <ac:chgData name="Fadel Berakdar" userId="8f0901f6-edb2-4c86-ae2b-c7f5a6cc0d94" providerId="ADAL" clId="{077C7388-A4F3-9540-A267-C4DF6C13A613}" dt="2025-05-13T14:44:32.870" v="2981" actId="478"/>
          <ac:picMkLst>
            <pc:docMk/>
            <pc:sldMk cId="4059623661" sldId="262"/>
            <ac:picMk id="9" creationId="{92822B97-119C-D8DD-7498-1212C1318BBD}"/>
          </ac:picMkLst>
        </pc:picChg>
      </pc:sldChg>
      <pc:sldMasterChg chg="modSp modSldLayout">
        <pc:chgData name="Fadel Berakdar" userId="8f0901f6-edb2-4c86-ae2b-c7f5a6cc0d94" providerId="ADAL" clId="{077C7388-A4F3-9540-A267-C4DF6C13A613}" dt="2025-05-12T12:35:05.930" v="0"/>
        <pc:sldMasterMkLst>
          <pc:docMk/>
          <pc:sldMasterMk cId="3458266505" sldId="2147483648"/>
        </pc:sldMasterMkLst>
        <pc:spChg chg="mod">
          <ac:chgData name="Fadel Berakdar" userId="8f0901f6-edb2-4c86-ae2b-c7f5a6cc0d94" providerId="ADAL" clId="{077C7388-A4F3-9540-A267-C4DF6C13A613}" dt="2025-05-12T12:35:05.930" v="0"/>
          <ac:spMkLst>
            <pc:docMk/>
            <pc:sldMasterMk cId="3458266505" sldId="2147483648"/>
            <ac:spMk id="2" creationId="{A237CF8D-E0A4-A27A-6D8E-E0A3956BAFBA}"/>
          </ac:spMkLst>
        </pc:spChg>
        <pc:spChg chg="mod">
          <ac:chgData name="Fadel Berakdar" userId="8f0901f6-edb2-4c86-ae2b-c7f5a6cc0d94" providerId="ADAL" clId="{077C7388-A4F3-9540-A267-C4DF6C13A613}" dt="2025-05-12T12:35:05.930" v="0"/>
          <ac:spMkLst>
            <pc:docMk/>
            <pc:sldMasterMk cId="3458266505" sldId="2147483648"/>
            <ac:spMk id="3" creationId="{5357C720-E4D0-5A9D-6C82-48F6FC68AFBE}"/>
          </ac:spMkLst>
        </pc:spChg>
        <pc:spChg chg="mod">
          <ac:chgData name="Fadel Berakdar" userId="8f0901f6-edb2-4c86-ae2b-c7f5a6cc0d94" providerId="ADAL" clId="{077C7388-A4F3-9540-A267-C4DF6C13A613}" dt="2025-05-12T12:35:05.930" v="0"/>
          <ac:spMkLst>
            <pc:docMk/>
            <pc:sldMasterMk cId="3458266505" sldId="2147483648"/>
            <ac:spMk id="4" creationId="{700484BD-B076-5552-50CD-3A262DB1F19E}"/>
          </ac:spMkLst>
        </pc:spChg>
        <pc:spChg chg="mod">
          <ac:chgData name="Fadel Berakdar" userId="8f0901f6-edb2-4c86-ae2b-c7f5a6cc0d94" providerId="ADAL" clId="{077C7388-A4F3-9540-A267-C4DF6C13A613}" dt="2025-05-12T12:35:05.930" v="0"/>
          <ac:spMkLst>
            <pc:docMk/>
            <pc:sldMasterMk cId="3458266505" sldId="2147483648"/>
            <ac:spMk id="5" creationId="{BEDF5C2D-6A6A-9FF4-38A0-F96D7B1208EB}"/>
          </ac:spMkLst>
        </pc:spChg>
        <pc:spChg chg="mod">
          <ac:chgData name="Fadel Berakdar" userId="8f0901f6-edb2-4c86-ae2b-c7f5a6cc0d94" providerId="ADAL" clId="{077C7388-A4F3-9540-A267-C4DF6C13A613}" dt="2025-05-12T12:35:05.930" v="0"/>
          <ac:spMkLst>
            <pc:docMk/>
            <pc:sldMasterMk cId="3458266505" sldId="2147483648"/>
            <ac:spMk id="6" creationId="{E1AE027C-4349-6FD1-DEF0-4CB5FD185B08}"/>
          </ac:spMkLst>
        </pc:sp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504361649" sldId="2147483649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04361649" sldId="2147483649"/>
              <ac:spMk id="2" creationId="{E09D62C6-E03C-AA38-EB26-1AD91E69B998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04361649" sldId="2147483649"/>
              <ac:spMk id="3" creationId="{CDE3436B-BB9C-5431-D3E6-7833C7DDE853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52512664" sldId="2147483651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2512664" sldId="2147483651"/>
              <ac:spMk id="2" creationId="{FCB59542-B2F5-4639-F6A9-741B45D0F2E2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2512664" sldId="2147483651"/>
              <ac:spMk id="3" creationId="{6EBD1C2D-FBF1-1DC8-0748-F94D44A18D5D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665214500" sldId="2147483652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665214500" sldId="2147483652"/>
              <ac:spMk id="3" creationId="{6B7E295F-B5FC-6065-7BFC-C9450470F901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665214500" sldId="2147483652"/>
              <ac:spMk id="4" creationId="{CE3A50CB-A3B4-79D4-1993-D80B2D9DC90A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123537561" sldId="2147483653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123537561" sldId="2147483653"/>
              <ac:spMk id="2" creationId="{B66C91C4-FCEC-5B99-F2AB-D69119870359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123537561" sldId="2147483653"/>
              <ac:spMk id="3" creationId="{188A95C1-5F9B-4436-F55D-B9CDFC97562A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123537561" sldId="2147483653"/>
              <ac:spMk id="4" creationId="{A534ED5A-9352-1C0C-BEDE-064CDEEBAC65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123537561" sldId="2147483653"/>
              <ac:spMk id="5" creationId="{66544D11-F0C6-4611-1D29-7EE1120720D5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123537561" sldId="2147483653"/>
              <ac:spMk id="6" creationId="{7E0CE1A2-98CB-6C1A-4DDA-9538B02CF895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79161273" sldId="2147483656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79161273" sldId="2147483656"/>
              <ac:spMk id="2" creationId="{3899E1F9-462E-1370-B56E-6E55EE81CEC2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79161273" sldId="2147483656"/>
              <ac:spMk id="3" creationId="{ABB36550-55AC-3282-54E7-E874376B8339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79161273" sldId="2147483656"/>
              <ac:spMk id="4" creationId="{51CF9F06-76CF-A06B-B3E8-DC958A3BFDC5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952844959" sldId="2147483657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952844959" sldId="2147483657"/>
              <ac:spMk id="2" creationId="{5081F53C-7160-D44D-44B6-9CA9CB027B1F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952844959" sldId="2147483657"/>
              <ac:spMk id="3" creationId="{2C47AF8C-C01D-2886-1698-5CDA2E68A0F9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952844959" sldId="2147483657"/>
              <ac:spMk id="4" creationId="{A7ED1612-8B1B-A6E3-B0F8-E98AC8886F44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5:05.930" v="0"/>
          <pc:sldLayoutMkLst>
            <pc:docMk/>
            <pc:sldMasterMk cId="3458266505" sldId="2147483648"/>
            <pc:sldLayoutMk cId="2527901046" sldId="2147483659"/>
          </pc:sldLayoutMkLst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27901046" sldId="2147483659"/>
              <ac:spMk id="2" creationId="{B46BB410-7FEA-0F2C-8861-5146FB332000}"/>
            </ac:spMkLst>
          </pc:spChg>
          <pc:spChg chg="mod">
            <ac:chgData name="Fadel Berakdar" userId="8f0901f6-edb2-4c86-ae2b-c7f5a6cc0d94" providerId="ADAL" clId="{077C7388-A4F3-9540-A267-C4DF6C13A613}" dt="2025-05-12T12:35:05.930" v="0"/>
            <ac:spMkLst>
              <pc:docMk/>
              <pc:sldMasterMk cId="3458266505" sldId="2147483648"/>
              <pc:sldLayoutMk cId="2527901046" sldId="2147483659"/>
              <ac:spMk id="3" creationId="{4DD6F9D8-0979-8BFE-7746-23EC726F9348}"/>
            </ac:spMkLst>
          </pc:spChg>
        </pc:sldLayoutChg>
      </pc:sldMasterChg>
      <pc:sldMasterChg chg="modSp modSldLayout">
        <pc:chgData name="Fadel Berakdar" userId="8f0901f6-edb2-4c86-ae2b-c7f5a6cc0d94" providerId="ADAL" clId="{077C7388-A4F3-9540-A267-C4DF6C13A613}" dt="2025-05-12T12:39:28.267" v="2"/>
        <pc:sldMasterMkLst>
          <pc:docMk/>
          <pc:sldMasterMk cId="2786354308" sldId="2147483660"/>
        </pc:sldMasterMkLst>
        <pc:spChg chg="mod">
          <ac:chgData name="Fadel Berakdar" userId="8f0901f6-edb2-4c86-ae2b-c7f5a6cc0d94" providerId="ADAL" clId="{077C7388-A4F3-9540-A267-C4DF6C13A613}" dt="2025-05-12T12:39:28.267" v="2"/>
          <ac:spMkLst>
            <pc:docMk/>
            <pc:sldMasterMk cId="2786354308" sldId="2147483660"/>
            <ac:spMk id="2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39:28.267" v="2"/>
          <ac:spMkLst>
            <pc:docMk/>
            <pc:sldMasterMk cId="2786354308" sldId="2147483660"/>
            <ac:spMk id="3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39:28.267" v="2"/>
          <ac:spMkLst>
            <pc:docMk/>
            <pc:sldMasterMk cId="2786354308" sldId="2147483660"/>
            <ac:spMk id="4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39:28.267" v="2"/>
          <ac:spMkLst>
            <pc:docMk/>
            <pc:sldMasterMk cId="2786354308" sldId="2147483660"/>
            <ac:spMk id="5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39:28.267" v="2"/>
          <ac:spMkLst>
            <pc:docMk/>
            <pc:sldMasterMk cId="2786354308" sldId="2147483660"/>
            <ac:spMk id="6" creationId="{00000000-0000-0000-0000-000000000000}"/>
          </ac:spMkLst>
        </pc:sp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2893049111" sldId="2147483661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2893049111" sldId="2147483661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2893049111" sldId="2147483661"/>
              <ac:spMk id="3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4192667160" sldId="2147483663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4192667160" sldId="2147483663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4192667160" sldId="2147483663"/>
              <ac:spMk id="3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3773737311" sldId="2147483664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773737311" sldId="2147483664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773737311" sldId="2147483664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864936704" sldId="2147483665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864936704" sldId="2147483665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864936704" sldId="2147483665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864936704" sldId="2147483665"/>
              <ac:spMk id="4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864936704" sldId="2147483665"/>
              <ac:spMk id="5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864936704" sldId="2147483665"/>
              <ac:spMk id="6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3547425975" sldId="2147483668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547425975" sldId="2147483668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547425975" sldId="2147483668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547425975" sldId="2147483668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743577434" sldId="2147483669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743577434" sldId="2147483669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743577434" sldId="2147483669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743577434" sldId="2147483669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39:28.267" v="2"/>
          <pc:sldLayoutMkLst>
            <pc:docMk/>
            <pc:sldMasterMk cId="2786354308" sldId="2147483660"/>
            <pc:sldLayoutMk cId="324371287" sldId="2147483671"/>
          </pc:sldLayoutMkLst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24371287" sldId="2147483671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39:28.267" v="2"/>
            <ac:spMkLst>
              <pc:docMk/>
              <pc:sldMasterMk cId="2786354308" sldId="2147483660"/>
              <pc:sldLayoutMk cId="324371287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Fadel Berakdar" userId="8f0901f6-edb2-4c86-ae2b-c7f5a6cc0d94" providerId="ADAL" clId="{077C7388-A4F3-9540-A267-C4DF6C13A613}" dt="2025-05-12T12:40:29.436" v="4"/>
        <pc:sldMasterMkLst>
          <pc:docMk/>
          <pc:sldMasterMk cId="1062063108" sldId="2147483672"/>
        </pc:sldMasterMkLst>
        <pc:spChg chg="mod">
          <ac:chgData name="Fadel Berakdar" userId="8f0901f6-edb2-4c86-ae2b-c7f5a6cc0d94" providerId="ADAL" clId="{077C7388-A4F3-9540-A267-C4DF6C13A613}" dt="2025-05-12T12:40:29.436" v="4"/>
          <ac:spMkLst>
            <pc:docMk/>
            <pc:sldMasterMk cId="1062063108" sldId="2147483672"/>
            <ac:spMk id="2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40:29.436" v="4"/>
          <ac:spMkLst>
            <pc:docMk/>
            <pc:sldMasterMk cId="1062063108" sldId="2147483672"/>
            <ac:spMk id="3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40:29.436" v="4"/>
          <ac:spMkLst>
            <pc:docMk/>
            <pc:sldMasterMk cId="1062063108" sldId="2147483672"/>
            <ac:spMk id="4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40:29.436" v="4"/>
          <ac:spMkLst>
            <pc:docMk/>
            <pc:sldMasterMk cId="1062063108" sldId="2147483672"/>
            <ac:spMk id="5" creationId="{00000000-0000-0000-0000-000000000000}"/>
          </ac:spMkLst>
        </pc:spChg>
        <pc:spChg chg="mod">
          <ac:chgData name="Fadel Berakdar" userId="8f0901f6-edb2-4c86-ae2b-c7f5a6cc0d94" providerId="ADAL" clId="{077C7388-A4F3-9540-A267-C4DF6C13A613}" dt="2025-05-12T12:40:29.436" v="4"/>
          <ac:spMkLst>
            <pc:docMk/>
            <pc:sldMasterMk cId="1062063108" sldId="2147483672"/>
            <ac:spMk id="6" creationId="{00000000-0000-0000-0000-000000000000}"/>
          </ac:spMkLst>
        </pc:sp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3295490196" sldId="2147483673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295490196" sldId="2147483673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295490196" sldId="2147483673"/>
              <ac:spMk id="3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1680614479" sldId="2147483675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680614479" sldId="2147483675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680614479" sldId="2147483675"/>
              <ac:spMk id="3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1833170460" sldId="2147483676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833170460" sldId="2147483676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833170460" sldId="2147483676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3121645591" sldId="2147483677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121645591" sldId="2147483677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121645591" sldId="2147483677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121645591" sldId="2147483677"/>
              <ac:spMk id="4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121645591" sldId="2147483677"/>
              <ac:spMk id="5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121645591" sldId="2147483677"/>
              <ac:spMk id="6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1554380874" sldId="2147483680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554380874" sldId="2147483680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554380874" sldId="2147483680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1554380874" sldId="2147483680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3034340485" sldId="2147483681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034340485" sldId="2147483681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034340485" sldId="2147483681"/>
              <ac:spMk id="3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034340485" sldId="2147483681"/>
              <ac:spMk id="4" creationId="{00000000-0000-0000-0000-000000000000}"/>
            </ac:spMkLst>
          </pc:spChg>
        </pc:sldLayoutChg>
        <pc:sldLayoutChg chg="modSp">
          <pc:chgData name="Fadel Berakdar" userId="8f0901f6-edb2-4c86-ae2b-c7f5a6cc0d94" providerId="ADAL" clId="{077C7388-A4F3-9540-A267-C4DF6C13A613}" dt="2025-05-12T12:40:29.436" v="4"/>
          <pc:sldLayoutMkLst>
            <pc:docMk/>
            <pc:sldMasterMk cId="1062063108" sldId="2147483672"/>
            <pc:sldLayoutMk cId="3367222415" sldId="2147483683"/>
          </pc:sldLayoutMkLst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367222415" sldId="2147483683"/>
              <ac:spMk id="2" creationId="{00000000-0000-0000-0000-000000000000}"/>
            </ac:spMkLst>
          </pc:spChg>
          <pc:spChg chg="mod">
            <ac:chgData name="Fadel Berakdar" userId="8f0901f6-edb2-4c86-ae2b-c7f5a6cc0d94" providerId="ADAL" clId="{077C7388-A4F3-9540-A267-C4DF6C13A613}" dt="2025-05-12T12:40:29.436" v="4"/>
            <ac:spMkLst>
              <pc:docMk/>
              <pc:sldMasterMk cId="1062063108" sldId="2147483672"/>
              <pc:sldLayoutMk cId="3367222415" sldId="2147483683"/>
              <ac:spMk id="3" creationId="{00000000-0000-0000-0000-000000000000}"/>
            </ac:spMkLst>
          </pc:spChg>
        </pc:sldLayoutChg>
      </pc:sldMasterChg>
      <pc:sldMasterChg chg="setBg modSldLayout">
        <pc:chgData name="Fadel Berakdar" userId="8f0901f6-edb2-4c86-ae2b-c7f5a6cc0d94" providerId="ADAL" clId="{077C7388-A4F3-9540-A267-C4DF6C13A613}" dt="2025-05-13T14:49:03.244" v="2994"/>
        <pc:sldMasterMkLst>
          <pc:docMk/>
          <pc:sldMasterMk cId="3572653829" sldId="2147483684"/>
        </pc:sldMasterMkLst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40064818" sldId="2147483685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2096427044" sldId="2147483686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4257778983" sldId="2147483687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1218422986" sldId="2147483688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3735886754" sldId="2147483689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3899409804" sldId="2147483690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2709642110" sldId="2147483691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2071401421" sldId="2147483692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14496322" sldId="2147483693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2850513169" sldId="2147483694"/>
          </pc:sldLayoutMkLst>
        </pc:sldLayoutChg>
        <pc:sldLayoutChg chg="setBg">
          <pc:chgData name="Fadel Berakdar" userId="8f0901f6-edb2-4c86-ae2b-c7f5a6cc0d94" providerId="ADAL" clId="{077C7388-A4F3-9540-A267-C4DF6C13A613}" dt="2025-05-13T14:49:03.244" v="2994"/>
          <pc:sldLayoutMkLst>
            <pc:docMk/>
            <pc:sldMasterMk cId="3572653829" sldId="2147483684"/>
            <pc:sldLayoutMk cId="1306816048" sldId="214748369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150F5-4EF4-C947-923A-EB667BDAB2A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" y="1143000"/>
            <a:ext cx="7715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90508-399F-4E49-8C28-51A5F7B6A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1pPr>
    <a:lvl2pPr marL="1536144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2pPr>
    <a:lvl3pPr marL="3072293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3pPr>
    <a:lvl4pPr marL="4608438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4pPr>
    <a:lvl5pPr marL="6144587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5pPr>
    <a:lvl6pPr marL="7680731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6pPr>
    <a:lvl7pPr marL="9216875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7pPr>
    <a:lvl8pPr marL="10753025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8pPr>
    <a:lvl9pPr marL="12289169" algn="l" defTabSz="3072293" rtl="0" eaLnBrk="1" latinLnBrk="0" hangingPunct="1">
      <a:defRPr sz="40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9BEE7-C46A-755A-002A-CEBCC21E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35D06-1A37-7E4D-EB0E-F7936CCD4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2A1E2-727C-3A5A-AFE3-03F43BBCC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D6D86-07D1-9152-6A52-D03995406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90508-399F-4E49-8C28-51A5F7B6A61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36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90508-399F-4E49-8C28-51A5F7B6A61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7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2992968"/>
            <a:ext cx="34290000" cy="6366933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9605435"/>
            <a:ext cx="34290000" cy="4415365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42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7" y="4559303"/>
            <a:ext cx="39433500" cy="7607299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7" y="12238569"/>
            <a:ext cx="39433500" cy="4000499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82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7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4868333"/>
            <a:ext cx="194310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4868333"/>
            <a:ext cx="194310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973668"/>
            <a:ext cx="39433500" cy="3534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4483101"/>
            <a:ext cx="19341701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6680200"/>
            <a:ext cx="19341701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4483101"/>
            <a:ext cx="19436955" cy="219709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6680200"/>
            <a:ext cx="1943695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8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0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642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219200"/>
            <a:ext cx="14745889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2633135"/>
            <a:ext cx="23145750" cy="12996333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5486400"/>
            <a:ext cx="14745889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0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219200"/>
            <a:ext cx="14745889" cy="4267200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2633135"/>
            <a:ext cx="23145750" cy="12996333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5486400"/>
            <a:ext cx="14745889" cy="1016423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1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973666"/>
            <a:ext cx="9858375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973666"/>
            <a:ext cx="29003625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1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973668"/>
            <a:ext cx="394335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4868333"/>
            <a:ext cx="394335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16950268"/>
            <a:ext cx="102870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D24D0-BCCD-5445-8A48-4939F0F39BB3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16950268"/>
            <a:ext cx="154305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16950268"/>
            <a:ext cx="102870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5138A-1047-734F-B18A-BCE049115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5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m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7" Type="http://schemas.openxmlformats.org/officeDocument/2006/relationships/image" Target="../media/image8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DDD7-5A7D-EF96-31E8-F74B0134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hexagon&#10;&#10;AI-generated content may be incorrect.">
            <a:extLst>
              <a:ext uri="{FF2B5EF4-FFF2-40B4-BE49-F238E27FC236}">
                <a16:creationId xmlns:a16="http://schemas.microsoft.com/office/drawing/2014/main" id="{A2271115-D23F-EE70-BDD6-95292672B9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29" t="2945" r="38401"/>
          <a:stretch/>
        </p:blipFill>
        <p:spPr>
          <a:xfrm>
            <a:off x="39718849" y="1678280"/>
            <a:ext cx="5438599" cy="1626125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28450E2-E786-8E71-2D8D-5C38760329FC}"/>
              </a:ext>
            </a:extLst>
          </p:cNvPr>
          <p:cNvSpPr txBox="1"/>
          <p:nvPr/>
        </p:nvSpPr>
        <p:spPr>
          <a:xfrm>
            <a:off x="949703" y="365014"/>
            <a:ext cx="143367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Fine-Tuning Transformer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55668A-29A8-D0AB-8D38-153DF836F6E4}"/>
              </a:ext>
            </a:extLst>
          </p:cNvPr>
          <p:cNvGrpSpPr/>
          <p:nvPr/>
        </p:nvGrpSpPr>
        <p:grpSpPr>
          <a:xfrm>
            <a:off x="960120" y="362170"/>
            <a:ext cx="44241916" cy="17613931"/>
            <a:chOff x="228600" y="359743"/>
            <a:chExt cx="44241916" cy="17613931"/>
          </a:xfrm>
        </p:grpSpPr>
        <p:pic>
          <p:nvPicPr>
            <p:cNvPr id="110" name="Picture 10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62D43FB-8EB6-8840-19C0-4E3736C7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833" y="9409422"/>
              <a:ext cx="13767093" cy="3508216"/>
            </a:xfrm>
            <a:prstGeom prst="rect">
              <a:avLst/>
            </a:prstGeom>
          </p:spPr>
        </p:pic>
        <p:sp>
          <p:nvSpPr>
            <p:cNvPr id="47" name="Rectangle: Rounded Corners 11">
              <a:extLst>
                <a:ext uri="{FF2B5EF4-FFF2-40B4-BE49-F238E27FC236}">
                  <a16:creationId xmlns:a16="http://schemas.microsoft.com/office/drawing/2014/main" id="{C9171400-676C-A0B5-5C15-99F679D33EFF}"/>
                </a:ext>
              </a:extLst>
            </p:cNvPr>
            <p:cNvSpPr/>
            <p:nvPr/>
          </p:nvSpPr>
          <p:spPr>
            <a:xfrm>
              <a:off x="521894" y="8440757"/>
              <a:ext cx="13767092" cy="930196"/>
            </a:xfrm>
            <a:prstGeom prst="roundRect">
              <a:avLst>
                <a:gd name="adj" fmla="val 4938"/>
              </a:avLst>
            </a:prstGeom>
            <a:solidFill>
              <a:schemeClr val="bg2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/>
              <a:r>
                <a:rPr lang="en-US" sz="32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Labeled datasets train, test &amp; eval with window size 90, 150, 200 or 400</a:t>
              </a:r>
              <a:endParaRPr lang="en-US" sz="2800" b="0" i="0" u="none" strike="noStrike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CFB46FD-233B-3DE8-B708-8A34C291F3C0}"/>
                </a:ext>
              </a:extLst>
            </p:cNvPr>
            <p:cNvSpPr/>
            <p:nvPr/>
          </p:nvSpPr>
          <p:spPr>
            <a:xfrm>
              <a:off x="9924521" y="13797065"/>
              <a:ext cx="3583928" cy="3583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Fine-Tuning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F91AFAF-10D1-A66B-D8B8-EA883AC0D98E}"/>
                </a:ext>
              </a:extLst>
            </p:cNvPr>
            <p:cNvSpPr/>
            <p:nvPr/>
          </p:nvSpPr>
          <p:spPr>
            <a:xfrm>
              <a:off x="9997774" y="2923080"/>
              <a:ext cx="3583928" cy="35839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Generating Examples</a:t>
              </a:r>
              <a:br>
                <a:rPr lang="en-US" sz="3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8BF7EF3A-548A-0B20-5B6A-7E7685902795}"/>
                </a:ext>
              </a:extLst>
            </p:cNvPr>
            <p:cNvSpPr/>
            <p:nvPr/>
          </p:nvSpPr>
          <p:spPr>
            <a:xfrm>
              <a:off x="571321" y="14698269"/>
              <a:ext cx="6801725" cy="1781519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Pre-Trained Models </a:t>
              </a:r>
              <a:b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DNABERT, DNABERT2, NT</a:t>
              </a:r>
            </a:p>
          </p:txBody>
        </p:sp>
        <p:sp>
          <p:nvSpPr>
            <p:cNvPr id="52" name="Rectangle: Rounded Corners 10">
              <a:extLst>
                <a:ext uri="{FF2B5EF4-FFF2-40B4-BE49-F238E27FC236}">
                  <a16:creationId xmlns:a16="http://schemas.microsoft.com/office/drawing/2014/main" id="{7996F4E0-7161-0061-F93F-F36CABF04E0B}"/>
                </a:ext>
              </a:extLst>
            </p:cNvPr>
            <p:cNvSpPr/>
            <p:nvPr/>
          </p:nvSpPr>
          <p:spPr>
            <a:xfrm>
              <a:off x="603715" y="1955913"/>
              <a:ext cx="6801725" cy="178151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 Species References .FASTA</a:t>
              </a:r>
            </a:p>
          </p:txBody>
        </p:sp>
        <p:sp>
          <p:nvSpPr>
            <p:cNvPr id="53" name="Rectangle: Rounded Corners 10">
              <a:extLst>
                <a:ext uri="{FF2B5EF4-FFF2-40B4-BE49-F238E27FC236}">
                  <a16:creationId xmlns:a16="http://schemas.microsoft.com/office/drawing/2014/main" id="{BF1F240E-98E5-BD64-2F91-638D67B4BFD5}"/>
                </a:ext>
              </a:extLst>
            </p:cNvPr>
            <p:cNvSpPr/>
            <p:nvPr/>
          </p:nvSpPr>
          <p:spPr>
            <a:xfrm>
              <a:off x="571322" y="5293252"/>
              <a:ext cx="6801725" cy="178151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 Species Annotations .GTF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F2865B1F-B20A-F228-789D-E18532DCDA97}"/>
                </a:ext>
              </a:extLst>
            </p:cNvPr>
            <p:cNvSpPr/>
            <p:nvPr/>
          </p:nvSpPr>
          <p:spPr>
            <a:xfrm>
              <a:off x="228600" y="362587"/>
              <a:ext cx="14316075" cy="17611087"/>
            </a:xfrm>
            <a:prstGeom prst="roundRect">
              <a:avLst>
                <a:gd name="adj" fmla="val 22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85A8C4D6-8589-E8EE-E17F-903E7974538C}"/>
                </a:ext>
              </a:extLst>
            </p:cNvPr>
            <p:cNvSpPr/>
            <p:nvPr/>
          </p:nvSpPr>
          <p:spPr>
            <a:xfrm>
              <a:off x="15135097" y="362587"/>
              <a:ext cx="8758816" cy="17582511"/>
            </a:xfrm>
            <a:prstGeom prst="roundRect">
              <a:avLst>
                <a:gd name="adj" fmla="val 22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10">
              <a:extLst>
                <a:ext uri="{FF2B5EF4-FFF2-40B4-BE49-F238E27FC236}">
                  <a16:creationId xmlns:a16="http://schemas.microsoft.com/office/drawing/2014/main" id="{B0269C9D-5E20-A040-D8F1-5F73F609E005}"/>
                </a:ext>
              </a:extLst>
            </p:cNvPr>
            <p:cNvSpPr/>
            <p:nvPr/>
          </p:nvSpPr>
          <p:spPr>
            <a:xfrm>
              <a:off x="16051363" y="9683753"/>
              <a:ext cx="6808636" cy="3446284"/>
            </a:xfrm>
            <a:prstGeom prst="roundRect">
              <a:avLst>
                <a:gd name="adj" fmla="val 7792"/>
              </a:avLst>
            </a:prstGeom>
            <a:solidFill>
              <a:srgbClr val="75B900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GSNAP TGGA</a:t>
              </a:r>
              <a:b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b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Transcriptome Guided Genomic Aligner 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431F63E-3F08-32B0-DFF8-D18CCA9799C0}"/>
                </a:ext>
              </a:extLst>
            </p:cNvPr>
            <p:cNvSpPr txBox="1"/>
            <p:nvPr/>
          </p:nvSpPr>
          <p:spPr>
            <a:xfrm>
              <a:off x="16430625" y="228600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D488284-247D-144C-91A6-E84F6C34CA97}"/>
                </a:ext>
              </a:extLst>
            </p:cNvPr>
            <p:cNvSpPr txBox="1"/>
            <p:nvPr/>
          </p:nvSpPr>
          <p:spPr>
            <a:xfrm>
              <a:off x="15129497" y="360336"/>
              <a:ext cx="875881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>
                  <a:latin typeface="Arial" panose="020B0604020202020204" pitchFamily="34" charset="0"/>
                  <a:cs typeface="Arial" panose="020B0604020202020204" pitchFamily="34" charset="0"/>
                </a:rPr>
                <a:t>DeepSAP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CAC77CC0-F5E6-CD6D-196C-49FB2235007B}"/>
                </a:ext>
              </a:extLst>
            </p:cNvPr>
            <p:cNvSpPr/>
            <p:nvPr/>
          </p:nvSpPr>
          <p:spPr>
            <a:xfrm>
              <a:off x="24484335" y="362588"/>
              <a:ext cx="13722378" cy="17582510"/>
            </a:xfrm>
            <a:prstGeom prst="roundRect">
              <a:avLst>
                <a:gd name="adj" fmla="val 22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09B51C9-463C-AC81-9D95-997F16A10E58}"/>
                </a:ext>
              </a:extLst>
            </p:cNvPr>
            <p:cNvSpPr txBox="1"/>
            <p:nvPr/>
          </p:nvSpPr>
          <p:spPr>
            <a:xfrm>
              <a:off x="24484130" y="359743"/>
              <a:ext cx="1372237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>
                  <a:latin typeface="Arial" panose="020B0604020202020204" pitchFamily="34" charset="0"/>
                  <a:cs typeface="Arial" panose="020B0604020202020204" pitchFamily="34" charset="0"/>
                </a:rPr>
                <a:t>Benchmarking RNA-seq Aligners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7FA4E730-68EB-F313-3D1D-2E34BE7CB6BC}"/>
                </a:ext>
              </a:extLst>
            </p:cNvPr>
            <p:cNvSpPr/>
            <p:nvPr/>
          </p:nvSpPr>
          <p:spPr>
            <a:xfrm>
              <a:off x="38786718" y="362587"/>
              <a:ext cx="5683798" cy="17582510"/>
            </a:xfrm>
            <a:prstGeom prst="roundRect">
              <a:avLst>
                <a:gd name="adj" fmla="val 229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42A9774-507E-53BE-276E-7661895E8939}"/>
                </a:ext>
              </a:extLst>
            </p:cNvPr>
            <p:cNvSpPr txBox="1"/>
            <p:nvPr/>
          </p:nvSpPr>
          <p:spPr>
            <a:xfrm>
              <a:off x="38796725" y="361956"/>
              <a:ext cx="567379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</p:txBody>
        </p:sp>
        <p:sp>
          <p:nvSpPr>
            <p:cNvPr id="72" name="Rectangle: Rounded Corners 10">
              <a:extLst>
                <a:ext uri="{FF2B5EF4-FFF2-40B4-BE49-F238E27FC236}">
                  <a16:creationId xmlns:a16="http://schemas.microsoft.com/office/drawing/2014/main" id="{41E58552-E4B1-D680-CA52-32BBDD580E21}"/>
                </a:ext>
              </a:extLst>
            </p:cNvPr>
            <p:cNvSpPr/>
            <p:nvPr/>
          </p:nvSpPr>
          <p:spPr>
            <a:xfrm rot="5400000">
              <a:off x="31057486" y="5504850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Human T1</a:t>
              </a:r>
            </a:p>
          </p:txBody>
        </p:sp>
        <p:sp>
          <p:nvSpPr>
            <p:cNvPr id="74" name="Rectangle: Rounded Corners 10">
              <a:extLst>
                <a:ext uri="{FF2B5EF4-FFF2-40B4-BE49-F238E27FC236}">
                  <a16:creationId xmlns:a16="http://schemas.microsoft.com/office/drawing/2014/main" id="{F0FAA8D8-FE71-9BBC-A054-88CA45A457F6}"/>
                </a:ext>
              </a:extLst>
            </p:cNvPr>
            <p:cNvSpPr/>
            <p:nvPr/>
          </p:nvSpPr>
          <p:spPr>
            <a:xfrm rot="5400000">
              <a:off x="32791598" y="5504850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Human T2</a:t>
              </a:r>
            </a:p>
          </p:txBody>
        </p:sp>
        <p:sp>
          <p:nvSpPr>
            <p:cNvPr id="75" name="Rectangle: Rounded Corners 10">
              <a:extLst>
                <a:ext uri="{FF2B5EF4-FFF2-40B4-BE49-F238E27FC236}">
                  <a16:creationId xmlns:a16="http://schemas.microsoft.com/office/drawing/2014/main" id="{3E042150-E92C-B920-FA2A-D787036F90A3}"/>
                </a:ext>
              </a:extLst>
            </p:cNvPr>
            <p:cNvSpPr/>
            <p:nvPr/>
          </p:nvSpPr>
          <p:spPr>
            <a:xfrm rot="5400000">
              <a:off x="34525710" y="5504850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Human T3</a:t>
              </a:r>
            </a:p>
          </p:txBody>
        </p:sp>
        <p:sp>
          <p:nvSpPr>
            <p:cNvPr id="76" name="Rectangle: Rounded Corners 10">
              <a:extLst>
                <a:ext uri="{FF2B5EF4-FFF2-40B4-BE49-F238E27FC236}">
                  <a16:creationId xmlns:a16="http://schemas.microsoft.com/office/drawing/2014/main" id="{9B0E86DA-671F-EC8A-B65E-413F646FBCE4}"/>
                </a:ext>
              </a:extLst>
            </p:cNvPr>
            <p:cNvSpPr/>
            <p:nvPr/>
          </p:nvSpPr>
          <p:spPr>
            <a:xfrm rot="5400000">
              <a:off x="31057486" y="9524768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Malaria T1</a:t>
              </a:r>
            </a:p>
          </p:txBody>
        </p:sp>
        <p:sp>
          <p:nvSpPr>
            <p:cNvPr id="77" name="Rectangle: Rounded Corners 10">
              <a:extLst>
                <a:ext uri="{FF2B5EF4-FFF2-40B4-BE49-F238E27FC236}">
                  <a16:creationId xmlns:a16="http://schemas.microsoft.com/office/drawing/2014/main" id="{7082DE92-AFF0-F186-434C-D808E4B5343C}"/>
                </a:ext>
              </a:extLst>
            </p:cNvPr>
            <p:cNvSpPr/>
            <p:nvPr/>
          </p:nvSpPr>
          <p:spPr>
            <a:xfrm rot="5400000">
              <a:off x="32810718" y="9524768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Malaria T2</a:t>
              </a:r>
            </a:p>
          </p:txBody>
        </p:sp>
        <p:sp>
          <p:nvSpPr>
            <p:cNvPr id="78" name="Rectangle: Rounded Corners 10">
              <a:extLst>
                <a:ext uri="{FF2B5EF4-FFF2-40B4-BE49-F238E27FC236}">
                  <a16:creationId xmlns:a16="http://schemas.microsoft.com/office/drawing/2014/main" id="{A77B649D-EC35-6C88-573B-F388DD4AF7C1}"/>
                </a:ext>
              </a:extLst>
            </p:cNvPr>
            <p:cNvSpPr/>
            <p:nvPr/>
          </p:nvSpPr>
          <p:spPr>
            <a:xfrm rot="5400000">
              <a:off x="34563949" y="9524768"/>
              <a:ext cx="3672189" cy="1402067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Malaria T3</a:t>
              </a:r>
            </a:p>
          </p:txBody>
        </p:sp>
        <p:sp>
          <p:nvSpPr>
            <p:cNvPr id="80" name="Rectangle: Rounded Corners 10">
              <a:extLst>
                <a:ext uri="{FF2B5EF4-FFF2-40B4-BE49-F238E27FC236}">
                  <a16:creationId xmlns:a16="http://schemas.microsoft.com/office/drawing/2014/main" id="{320A4DFC-EF40-E1E2-02F7-0B9C064C186F}"/>
                </a:ext>
              </a:extLst>
            </p:cNvPr>
            <p:cNvSpPr/>
            <p:nvPr/>
          </p:nvSpPr>
          <p:spPr>
            <a:xfrm>
              <a:off x="25701045" y="4369789"/>
              <a:ext cx="4748262" cy="1500683"/>
            </a:xfrm>
            <a:prstGeom prst="roundRect">
              <a:avLst/>
            </a:prstGeom>
            <a:solidFill>
              <a:srgbClr val="75B900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DeepSAP</a:t>
              </a:r>
            </a:p>
          </p:txBody>
        </p:sp>
        <p:sp>
          <p:nvSpPr>
            <p:cNvPr id="81" name="Rectangle: Rounded Corners 10">
              <a:extLst>
                <a:ext uri="{FF2B5EF4-FFF2-40B4-BE49-F238E27FC236}">
                  <a16:creationId xmlns:a16="http://schemas.microsoft.com/office/drawing/2014/main" id="{43250254-0229-100E-ADF7-287459A53B57}"/>
                </a:ext>
              </a:extLst>
            </p:cNvPr>
            <p:cNvSpPr/>
            <p:nvPr/>
          </p:nvSpPr>
          <p:spPr>
            <a:xfrm>
              <a:off x="25701045" y="6671893"/>
              <a:ext cx="4748262" cy="150068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DRAGEN</a:t>
              </a:r>
            </a:p>
          </p:txBody>
        </p:sp>
        <p:sp>
          <p:nvSpPr>
            <p:cNvPr id="82" name="Rectangle: Rounded Corners 10">
              <a:extLst>
                <a:ext uri="{FF2B5EF4-FFF2-40B4-BE49-F238E27FC236}">
                  <a16:creationId xmlns:a16="http://schemas.microsoft.com/office/drawing/2014/main" id="{DCD0B620-A95C-8BF7-ADF2-2E18A11018D6}"/>
                </a:ext>
              </a:extLst>
            </p:cNvPr>
            <p:cNvSpPr/>
            <p:nvPr/>
          </p:nvSpPr>
          <p:spPr>
            <a:xfrm>
              <a:off x="25701045" y="8973997"/>
              <a:ext cx="4748262" cy="150068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novoSplice</a:t>
              </a:r>
            </a:p>
          </p:txBody>
        </p:sp>
        <p:sp>
          <p:nvSpPr>
            <p:cNvPr id="83" name="Rectangle: Rounded Corners 10">
              <a:extLst>
                <a:ext uri="{FF2B5EF4-FFF2-40B4-BE49-F238E27FC236}">
                  <a16:creationId xmlns:a16="http://schemas.microsoft.com/office/drawing/2014/main" id="{4D2F4F3E-2CC0-2221-D045-15027FC72C41}"/>
                </a:ext>
              </a:extLst>
            </p:cNvPr>
            <p:cNvSpPr/>
            <p:nvPr/>
          </p:nvSpPr>
          <p:spPr>
            <a:xfrm>
              <a:off x="25701045" y="11276101"/>
              <a:ext cx="4748262" cy="150068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STAR</a:t>
              </a:r>
            </a:p>
          </p:txBody>
        </p:sp>
        <p:sp>
          <p:nvSpPr>
            <p:cNvPr id="84" name="Rectangle: Rounded Corners 10">
              <a:extLst>
                <a:ext uri="{FF2B5EF4-FFF2-40B4-BE49-F238E27FC236}">
                  <a16:creationId xmlns:a16="http://schemas.microsoft.com/office/drawing/2014/main" id="{BEFF473B-EE13-CD2B-1414-19542F760546}"/>
                </a:ext>
              </a:extLst>
            </p:cNvPr>
            <p:cNvSpPr/>
            <p:nvPr/>
          </p:nvSpPr>
          <p:spPr>
            <a:xfrm>
              <a:off x="25701045" y="13578205"/>
              <a:ext cx="4748262" cy="150068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HISAT2</a:t>
              </a:r>
            </a:p>
          </p:txBody>
        </p:sp>
        <p:sp>
          <p:nvSpPr>
            <p:cNvPr id="85" name="Rectangle: Rounded Corners 10">
              <a:extLst>
                <a:ext uri="{FF2B5EF4-FFF2-40B4-BE49-F238E27FC236}">
                  <a16:creationId xmlns:a16="http://schemas.microsoft.com/office/drawing/2014/main" id="{036734A8-32B5-39AF-4F5D-4635EE9E06E8}"/>
                </a:ext>
              </a:extLst>
            </p:cNvPr>
            <p:cNvSpPr/>
            <p:nvPr/>
          </p:nvSpPr>
          <p:spPr>
            <a:xfrm>
              <a:off x="25701045" y="15880310"/>
              <a:ext cx="4748262" cy="1500683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Subjunc</a:t>
              </a:r>
            </a:p>
          </p:txBody>
        </p:sp>
        <p:sp>
          <p:nvSpPr>
            <p:cNvPr id="87" name="Rectangle: Rounded Corners 10">
              <a:extLst>
                <a:ext uri="{FF2B5EF4-FFF2-40B4-BE49-F238E27FC236}">
                  <a16:creationId xmlns:a16="http://schemas.microsoft.com/office/drawing/2014/main" id="{2D661741-1E89-1E09-8EEB-1E1FB1EA4AB1}"/>
                </a:ext>
              </a:extLst>
            </p:cNvPr>
            <p:cNvSpPr/>
            <p:nvPr/>
          </p:nvSpPr>
          <p:spPr>
            <a:xfrm>
              <a:off x="16059925" y="13934709"/>
              <a:ext cx="6800074" cy="3446284"/>
            </a:xfrm>
            <a:prstGeom prst="roundRect">
              <a:avLst>
                <a:gd name="adj" fmla="val 7792"/>
              </a:avLst>
            </a:prstGeom>
            <a:solidFill>
              <a:srgbClr val="75B900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DNABERT MS150</a:t>
              </a:r>
              <a:b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4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Fine-Tuned Transformer Model 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C3B5F9A-00EE-94F4-023C-4185B2CC364C}"/>
                </a:ext>
              </a:extLst>
            </p:cNvPr>
            <p:cNvSpPr txBox="1"/>
            <p:nvPr/>
          </p:nvSpPr>
          <p:spPr>
            <a:xfrm>
              <a:off x="25202137" y="3461631"/>
              <a:ext cx="574326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latin typeface="Arial" panose="020B0604020202020204" pitchFamily="34" charset="0"/>
                  <a:cs typeface="Arial" panose="020B0604020202020204" pitchFamily="34" charset="0"/>
                </a:rPr>
                <a:t>RNA-seq Aligners</a:t>
              </a:r>
            </a:p>
          </p:txBody>
        </p:sp>
        <p:sp>
          <p:nvSpPr>
            <p:cNvPr id="89" name="Arc 88">
              <a:extLst>
                <a:ext uri="{FF2B5EF4-FFF2-40B4-BE49-F238E27FC236}">
                  <a16:creationId xmlns:a16="http://schemas.microsoft.com/office/drawing/2014/main" id="{8645558B-8DB7-91A1-D0E8-8CEB95F0C02D}"/>
                </a:ext>
              </a:extLst>
            </p:cNvPr>
            <p:cNvSpPr/>
            <p:nvPr/>
          </p:nvSpPr>
          <p:spPr>
            <a:xfrm rot="18771738">
              <a:off x="7267451" y="2403065"/>
              <a:ext cx="3243773" cy="3482328"/>
            </a:xfrm>
            <a:prstGeom prst="arc">
              <a:avLst>
                <a:gd name="adj1" fmla="val 16014179"/>
                <a:gd name="adj2" fmla="val 567603"/>
              </a:avLst>
            </a:prstGeom>
            <a:ln w="762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63302201-C8C0-D641-E431-6C7195ACB798}"/>
                </a:ext>
              </a:extLst>
            </p:cNvPr>
            <p:cNvSpPr/>
            <p:nvPr/>
          </p:nvSpPr>
          <p:spPr>
            <a:xfrm rot="8003536">
              <a:off x="7124709" y="3455883"/>
              <a:ext cx="3243773" cy="3482328"/>
            </a:xfrm>
            <a:prstGeom prst="arc">
              <a:avLst>
                <a:gd name="adj1" fmla="val 15715711"/>
                <a:gd name="adj2" fmla="val 293693"/>
              </a:avLst>
            </a:prstGeom>
            <a:ln w="7620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ounded Rectangle 90">
              <a:extLst>
                <a:ext uri="{FF2B5EF4-FFF2-40B4-BE49-F238E27FC236}">
                  <a16:creationId xmlns:a16="http://schemas.microsoft.com/office/drawing/2014/main" id="{119D89CF-6B2F-E0BC-9791-5A60DC40D791}"/>
                </a:ext>
              </a:extLst>
            </p:cNvPr>
            <p:cNvSpPr/>
            <p:nvPr/>
          </p:nvSpPr>
          <p:spPr>
            <a:xfrm>
              <a:off x="25097019" y="3137744"/>
              <a:ext cx="5848381" cy="14576163"/>
            </a:xfrm>
            <a:prstGeom prst="roundRect">
              <a:avLst>
                <a:gd name="adj" fmla="val 2296"/>
              </a:avLst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291305E3-D7EE-733B-BC9C-F66A813C35E8}"/>
                </a:ext>
              </a:extLst>
            </p:cNvPr>
            <p:cNvSpPr/>
            <p:nvPr/>
          </p:nvSpPr>
          <p:spPr>
            <a:xfrm>
              <a:off x="31800841" y="3137744"/>
              <a:ext cx="5743264" cy="9217807"/>
            </a:xfrm>
            <a:prstGeom prst="roundRect">
              <a:avLst>
                <a:gd name="adj" fmla="val 2296"/>
              </a:avLst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F9359ED-5B98-9F04-72DF-3B4DC419954E}"/>
                </a:ext>
              </a:extLst>
            </p:cNvPr>
            <p:cNvSpPr txBox="1"/>
            <p:nvPr/>
          </p:nvSpPr>
          <p:spPr>
            <a:xfrm>
              <a:off x="31800840" y="3461065"/>
              <a:ext cx="570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latin typeface="Arial" panose="020B0604020202020204" pitchFamily="34" charset="0"/>
                  <a:cs typeface="Arial" panose="020B0604020202020204" pitchFamily="34" charset="0"/>
                </a:rPr>
                <a:t>Baruzzo Datasets</a:t>
              </a:r>
            </a:p>
          </p:txBody>
        </p:sp>
        <p:sp>
          <p:nvSpPr>
            <p:cNvPr id="94" name="Rectangle: Rounded Corners 10">
              <a:extLst>
                <a:ext uri="{FF2B5EF4-FFF2-40B4-BE49-F238E27FC236}">
                  <a16:creationId xmlns:a16="http://schemas.microsoft.com/office/drawing/2014/main" id="{E478625B-51A3-E6D8-D97F-366270806621}"/>
                </a:ext>
              </a:extLst>
            </p:cNvPr>
            <p:cNvSpPr/>
            <p:nvPr/>
          </p:nvSpPr>
          <p:spPr>
            <a:xfrm>
              <a:off x="32189493" y="13617028"/>
              <a:ext cx="4923656" cy="178151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GRCh37 </a:t>
              </a:r>
              <a:b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and Annotation</a:t>
              </a:r>
            </a:p>
          </p:txBody>
        </p:sp>
        <p:sp>
          <p:nvSpPr>
            <p:cNvPr id="95" name="Rectangle: Rounded Corners 10">
              <a:extLst>
                <a:ext uri="{FF2B5EF4-FFF2-40B4-BE49-F238E27FC236}">
                  <a16:creationId xmlns:a16="http://schemas.microsoft.com/office/drawing/2014/main" id="{1EBB6B04-9F2E-A3BB-C44D-7101368AEA8B}"/>
                </a:ext>
              </a:extLst>
            </p:cNvPr>
            <p:cNvSpPr/>
            <p:nvPr/>
          </p:nvSpPr>
          <p:spPr>
            <a:xfrm>
              <a:off x="32210645" y="15599474"/>
              <a:ext cx="4923656" cy="178151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Malaria </a:t>
              </a:r>
              <a:b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6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and Annotation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F7F7E39-EEAC-0637-FCD5-4FF0F0733049}"/>
                </a:ext>
              </a:extLst>
            </p:cNvPr>
            <p:cNvSpPr txBox="1"/>
            <p:nvPr/>
          </p:nvSpPr>
          <p:spPr>
            <a:xfrm>
              <a:off x="31796331" y="12802882"/>
              <a:ext cx="57009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>
                  <a:latin typeface="Arial" panose="020B0604020202020204" pitchFamily="34" charset="0"/>
                  <a:cs typeface="Arial" panose="020B0604020202020204" pitchFamily="34" charset="0"/>
                </a:rPr>
                <a:t>Baruzzo References</a:t>
              </a: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DE6E16DE-0C59-164C-5364-B98995EAACCB}"/>
                </a:ext>
              </a:extLst>
            </p:cNvPr>
            <p:cNvSpPr/>
            <p:nvPr/>
          </p:nvSpPr>
          <p:spPr>
            <a:xfrm>
              <a:off x="31818632" y="12678872"/>
              <a:ext cx="5743264" cy="5036106"/>
            </a:xfrm>
            <a:prstGeom prst="roundRect">
              <a:avLst>
                <a:gd name="adj" fmla="val 2296"/>
              </a:avLst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BB03B47D-C502-B65B-1C57-EE8407E6C8DA}"/>
                </a:ext>
              </a:extLst>
            </p:cNvPr>
            <p:cNvCxnSpPr/>
            <p:nvPr/>
          </p:nvCxnSpPr>
          <p:spPr>
            <a:xfrm>
              <a:off x="7498552" y="15599474"/>
              <a:ext cx="231044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B5A2B94-1028-FA42-0507-31BD144FD67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8170" y="6869151"/>
              <a:ext cx="18315" cy="1361277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Right Arrow 105">
              <a:extLst>
                <a:ext uri="{FF2B5EF4-FFF2-40B4-BE49-F238E27FC236}">
                  <a16:creationId xmlns:a16="http://schemas.microsoft.com/office/drawing/2014/main" id="{E1B8FA37-C9A8-E761-5471-7B29093D6019}"/>
                </a:ext>
              </a:extLst>
            </p:cNvPr>
            <p:cNvSpPr/>
            <p:nvPr/>
          </p:nvSpPr>
          <p:spPr>
            <a:xfrm>
              <a:off x="23894118" y="4611411"/>
              <a:ext cx="1801328" cy="93691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ight Arrow 104">
              <a:extLst>
                <a:ext uri="{FF2B5EF4-FFF2-40B4-BE49-F238E27FC236}">
                  <a16:creationId xmlns:a16="http://schemas.microsoft.com/office/drawing/2014/main" id="{E3A50394-5C63-1D28-99A6-74608260705C}"/>
                </a:ext>
              </a:extLst>
            </p:cNvPr>
            <p:cNvSpPr/>
            <p:nvPr/>
          </p:nvSpPr>
          <p:spPr>
            <a:xfrm>
              <a:off x="14555092" y="15061699"/>
              <a:ext cx="1496271" cy="936911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: Rounded Corners 11">
              <a:extLst>
                <a:ext uri="{FF2B5EF4-FFF2-40B4-BE49-F238E27FC236}">
                  <a16:creationId xmlns:a16="http://schemas.microsoft.com/office/drawing/2014/main" id="{3671BB16-4B81-2801-6556-023DB62A0AB9}"/>
                </a:ext>
              </a:extLst>
            </p:cNvPr>
            <p:cNvSpPr/>
            <p:nvPr/>
          </p:nvSpPr>
          <p:spPr>
            <a:xfrm>
              <a:off x="15455861" y="1593219"/>
              <a:ext cx="8087092" cy="7285862"/>
            </a:xfrm>
            <a:prstGeom prst="roundRect">
              <a:avLst>
                <a:gd name="adj" fmla="val 1787"/>
              </a:avLst>
            </a:prstGeom>
            <a:solidFill>
              <a:schemeClr val="bg2"/>
            </a:solidFill>
            <a:ln>
              <a:noFill/>
            </a:ln>
            <a:scene3d>
              <a:camera prst="orthographicFront"/>
              <a:lightRig rig="soft" dir="t">
                <a:rot lat="0" lon="0" rev="20400000"/>
              </a:lightRig>
            </a:scene3d>
            <a:sp3d prstMaterial="plastic"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0005" tIns="80010" rIns="40005" bIns="8001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3600" b="0" i="0" u="none" strike="noStrike"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DeepSAP uses the GSNAP transcriptome-guided RNA-seq aligner to align RNA-seq short reads, followed by a post-alignment step that applies the DNABERT MS150 transformer to score donor and acceptor splice sites and adjust MAPQ values to enhance splice junction detection.</a:t>
              </a:r>
            </a:p>
          </p:txBody>
        </p:sp>
      </p:grpSp>
      <p:sp>
        <p:nvSpPr>
          <p:cNvPr id="7" name="Rectangle: Rounded Corners 11">
            <a:extLst>
              <a:ext uri="{FF2B5EF4-FFF2-40B4-BE49-F238E27FC236}">
                <a16:creationId xmlns:a16="http://schemas.microsoft.com/office/drawing/2014/main" id="{8950D8BF-0A3E-601D-D018-5F2F8E437486}"/>
              </a:ext>
            </a:extLst>
          </p:cNvPr>
          <p:cNvSpPr/>
          <p:nvPr/>
        </p:nvSpPr>
        <p:spPr>
          <a:xfrm>
            <a:off x="25844401" y="1598482"/>
            <a:ext cx="12464876" cy="1256512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Benchmarking analysis using Baruzzo simulated datasets</a:t>
            </a:r>
            <a:endParaRPr lang="en-US" sz="3600" b="0" i="0" u="none" strike="noStrike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29591E6-B183-34A0-6255-218F13A4A825}"/>
              </a:ext>
            </a:extLst>
          </p:cNvPr>
          <p:cNvSpPr/>
          <p:nvPr/>
        </p:nvSpPr>
        <p:spPr>
          <a:xfrm>
            <a:off x="38938028" y="8750705"/>
            <a:ext cx="1801328" cy="93691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8E16EC-CE42-AC6C-BC8D-25FC64611FF0}"/>
              </a:ext>
            </a:extLst>
          </p:cNvPr>
          <p:cNvCxnSpPr>
            <a:cxnSpLocks/>
          </p:cNvCxnSpPr>
          <p:nvPr/>
        </p:nvCxnSpPr>
        <p:spPr>
          <a:xfrm>
            <a:off x="12429690" y="12312186"/>
            <a:ext cx="18315" cy="136127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14113BA1-3052-E728-5F24-9396DF94A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5657" y="-4542238"/>
            <a:ext cx="5075360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42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A7429754-223B-A22A-A159-EDB5974E7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34" y="1857777"/>
            <a:ext cx="10170421" cy="6917718"/>
          </a:xfrm>
          <a:prstGeom prst="rect">
            <a:avLst/>
          </a:prstGeom>
        </p:spPr>
      </p:pic>
      <p:pic>
        <p:nvPicPr>
          <p:cNvPr id="10" name="Picture 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590EDA0-DCDC-BB49-FC1D-8780A717E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720" y="10220632"/>
            <a:ext cx="10748190" cy="6917718"/>
          </a:xfrm>
          <a:prstGeom prst="rect">
            <a:avLst/>
          </a:prstGeom>
        </p:spPr>
      </p:pic>
      <p:pic>
        <p:nvPicPr>
          <p:cNvPr id="12" name="Picture 11" descr="A diagram of a benchmarking model&#10;&#10;AI-generated content may be incorrect.">
            <a:extLst>
              <a:ext uri="{FF2B5EF4-FFF2-40B4-BE49-F238E27FC236}">
                <a16:creationId xmlns:a16="http://schemas.microsoft.com/office/drawing/2014/main" id="{0C2BBB0F-C580-A5C2-BA5A-E89A898FF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6771" y="10201430"/>
            <a:ext cx="11319577" cy="7292206"/>
          </a:xfrm>
          <a:prstGeom prst="rect">
            <a:avLst/>
          </a:prstGeom>
        </p:spPr>
      </p:pic>
      <p:pic>
        <p:nvPicPr>
          <p:cNvPr id="14" name="Picture 13" descr="A diagram of a model&#10;&#10;AI-generated content may be incorrect.">
            <a:extLst>
              <a:ext uri="{FF2B5EF4-FFF2-40B4-BE49-F238E27FC236}">
                <a16:creationId xmlns:a16="http://schemas.microsoft.com/office/drawing/2014/main" id="{A14166B8-0D10-7233-CF24-2E0662095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17483" y="1226308"/>
            <a:ext cx="9661407" cy="82894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89B7B4-AF30-0D7F-4FC1-C6186C89CEF9}"/>
              </a:ext>
            </a:extLst>
          </p:cNvPr>
          <p:cNvSpPr txBox="1"/>
          <p:nvPr/>
        </p:nvSpPr>
        <p:spPr>
          <a:xfrm>
            <a:off x="16031496" y="737419"/>
            <a:ext cx="106390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Ideas for the graphical Abstract </a:t>
            </a:r>
          </a:p>
        </p:txBody>
      </p:sp>
      <p:pic>
        <p:nvPicPr>
          <p:cNvPr id="17" name="Picture 16" descr="A diagram of a model&#10;&#10;AI-generated content may be incorrect.">
            <a:extLst>
              <a:ext uri="{FF2B5EF4-FFF2-40B4-BE49-F238E27FC236}">
                <a16:creationId xmlns:a16="http://schemas.microsoft.com/office/drawing/2014/main" id="{FB0DA2F9-1000-A000-7974-ACBFCF639B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55205" y="10220632"/>
            <a:ext cx="11595551" cy="7005484"/>
          </a:xfrm>
          <a:prstGeom prst="rect">
            <a:avLst/>
          </a:prstGeom>
        </p:spPr>
      </p:pic>
      <p:pic>
        <p:nvPicPr>
          <p:cNvPr id="19" name="Picture 18" descr="A diagram of a transformer model&#10;&#10;AI-generated content may be incorrect.">
            <a:extLst>
              <a:ext uri="{FF2B5EF4-FFF2-40B4-BE49-F238E27FC236}">
                <a16:creationId xmlns:a16="http://schemas.microsoft.com/office/drawing/2014/main" id="{A7FED091-ECED-42E6-D557-B02F37D26E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5713" y="2217075"/>
            <a:ext cx="11192811" cy="729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11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Database outline">
            <a:extLst>
              <a:ext uri="{FF2B5EF4-FFF2-40B4-BE49-F238E27FC236}">
                <a16:creationId xmlns:a16="http://schemas.microsoft.com/office/drawing/2014/main" id="{08D052B1-639E-459E-D080-382E08C14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140" y="1592826"/>
            <a:ext cx="2160640" cy="2160640"/>
          </a:xfrm>
          <a:prstGeom prst="rect">
            <a:avLst/>
          </a:prstGeom>
        </p:spPr>
      </p:pic>
      <p:pic>
        <p:nvPicPr>
          <p:cNvPr id="13" name="Graphic 12" descr="Paper with solid fill">
            <a:extLst>
              <a:ext uri="{FF2B5EF4-FFF2-40B4-BE49-F238E27FC236}">
                <a16:creationId xmlns:a16="http://schemas.microsoft.com/office/drawing/2014/main" id="{1C09EB77-09E2-B102-8082-84888958A3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002" y="949861"/>
            <a:ext cx="2160640" cy="216064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9F6A5AA-B291-FAB4-46DD-BEF8D3577020}"/>
              </a:ext>
            </a:extLst>
          </p:cNvPr>
          <p:cNvGrpSpPr/>
          <p:nvPr/>
        </p:nvGrpSpPr>
        <p:grpSpPr>
          <a:xfrm>
            <a:off x="2329716" y="2673146"/>
            <a:ext cx="4591561" cy="4591561"/>
            <a:chOff x="2628642" y="2711298"/>
            <a:chExt cx="4591561" cy="459156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0EDDE41-D641-F5CC-A0EB-444F494D5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0895" y="2711298"/>
              <a:ext cx="1449877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AC4840-F0DA-BCB1-32D2-40CBE494EB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0203" y="5004030"/>
              <a:ext cx="0" cy="433283"/>
            </a:xfrm>
            <a:prstGeom prst="line">
              <a:avLst/>
            </a:prstGeom>
            <a:ln w="57150">
              <a:head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5C4F01D0-8C53-75DC-AA6D-D630FA58633E}"/>
                </a:ext>
              </a:extLst>
            </p:cNvPr>
            <p:cNvSpPr/>
            <p:nvPr/>
          </p:nvSpPr>
          <p:spPr>
            <a:xfrm>
              <a:off x="2628642" y="2711298"/>
              <a:ext cx="4591561" cy="4591561"/>
            </a:xfrm>
            <a:prstGeom prst="arc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A82D9D9-33E7-4676-5830-6DD63382CFAD}"/>
              </a:ext>
            </a:extLst>
          </p:cNvPr>
          <p:cNvSpPr txBox="1"/>
          <p:nvPr/>
        </p:nvSpPr>
        <p:spPr>
          <a:xfrm>
            <a:off x="653167" y="3962679"/>
            <a:ext cx="45223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Multi Species References</a:t>
            </a:r>
          </a:p>
          <a:p>
            <a:r>
              <a:rPr lang="en-US" sz="2800" b="1">
                <a:latin typeface="Arial" panose="020B0604020202020204" pitchFamily="34" charset="0"/>
                <a:cs typeface="Arial" panose="020B0604020202020204" pitchFamily="34" charset="0"/>
              </a:rPr>
              <a:t> Genome and Annotation</a:t>
            </a:r>
          </a:p>
        </p:txBody>
      </p:sp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9E1653-4E55-5C87-A6CE-B0E3110A5B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446" y="9406218"/>
            <a:ext cx="13542514" cy="3450988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3BDCEC58-AC9E-6BCC-6962-F35DD5F9098B}"/>
              </a:ext>
            </a:extLst>
          </p:cNvPr>
          <p:cNvGrpSpPr/>
          <p:nvPr/>
        </p:nvGrpSpPr>
        <p:grpSpPr>
          <a:xfrm>
            <a:off x="4657853" y="13576416"/>
            <a:ext cx="4587515" cy="4587515"/>
            <a:chOff x="5411481" y="12204194"/>
            <a:chExt cx="4587515" cy="4587515"/>
          </a:xfrm>
        </p:grpSpPr>
        <p:pic>
          <p:nvPicPr>
            <p:cNvPr id="51" name="Graphic 50" descr="Processor outline">
              <a:extLst>
                <a:ext uri="{FF2B5EF4-FFF2-40B4-BE49-F238E27FC236}">
                  <a16:creationId xmlns:a16="http://schemas.microsoft.com/office/drawing/2014/main" id="{A2922DCD-145A-BDA1-BC0D-0D3E16763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11481" y="12204194"/>
              <a:ext cx="4587515" cy="4587515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2871BA2-E4E0-39C7-A607-010F81D215AC}"/>
                </a:ext>
              </a:extLst>
            </p:cNvPr>
            <p:cNvSpPr txBox="1"/>
            <p:nvPr/>
          </p:nvSpPr>
          <p:spPr>
            <a:xfrm>
              <a:off x="6967323" y="13959342"/>
              <a:ext cx="147582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Fine </a:t>
              </a:r>
            </a:p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Tuning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56AF32E-82D4-ABF8-B7FA-B1333DEBE40A}"/>
              </a:ext>
            </a:extLst>
          </p:cNvPr>
          <p:cNvGrpSpPr/>
          <p:nvPr/>
        </p:nvGrpSpPr>
        <p:grpSpPr>
          <a:xfrm>
            <a:off x="-125797" y="13641539"/>
            <a:ext cx="4522392" cy="4522392"/>
            <a:chOff x="653167" y="13580820"/>
            <a:chExt cx="4522392" cy="4522392"/>
          </a:xfrm>
        </p:grpSpPr>
        <p:pic>
          <p:nvPicPr>
            <p:cNvPr id="55" name="Graphic 54" descr="Web design outline">
              <a:extLst>
                <a:ext uri="{FF2B5EF4-FFF2-40B4-BE49-F238E27FC236}">
                  <a16:creationId xmlns:a16="http://schemas.microsoft.com/office/drawing/2014/main" id="{07984F64-EAD9-C206-0369-831860788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67" y="13580820"/>
              <a:ext cx="4522392" cy="4522392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8C0D383-EE2C-C1B8-BF2D-1388AD887D55}"/>
                </a:ext>
              </a:extLst>
            </p:cNvPr>
            <p:cNvSpPr txBox="1"/>
            <p:nvPr/>
          </p:nvSpPr>
          <p:spPr>
            <a:xfrm>
              <a:off x="1237012" y="15266990"/>
              <a:ext cx="3352801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Pre-Trained</a:t>
              </a:r>
              <a:b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Transformers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AFB177B-32D6-437B-073A-8BE0E03B2CB7}"/>
              </a:ext>
            </a:extLst>
          </p:cNvPr>
          <p:cNvGrpSpPr/>
          <p:nvPr/>
        </p:nvGrpSpPr>
        <p:grpSpPr>
          <a:xfrm>
            <a:off x="4662501" y="4928658"/>
            <a:ext cx="4517553" cy="4517553"/>
            <a:chOff x="4401245" y="4534547"/>
            <a:chExt cx="4517553" cy="4517553"/>
          </a:xfrm>
        </p:grpSpPr>
        <p:pic>
          <p:nvPicPr>
            <p:cNvPr id="59" name="Graphic 58" descr="Circles with lines outline">
              <a:extLst>
                <a:ext uri="{FF2B5EF4-FFF2-40B4-BE49-F238E27FC236}">
                  <a16:creationId xmlns:a16="http://schemas.microsoft.com/office/drawing/2014/main" id="{9D9E0A54-1884-D3A6-A1A6-FFE71E983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01245" y="4534547"/>
              <a:ext cx="4517553" cy="4517553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A5E668A-1FC0-C38C-67CE-4F314C9C3C20}"/>
                </a:ext>
              </a:extLst>
            </p:cNvPr>
            <p:cNvSpPr txBox="1"/>
            <p:nvPr/>
          </p:nvSpPr>
          <p:spPr>
            <a:xfrm>
              <a:off x="5005198" y="6100825"/>
              <a:ext cx="330964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Generating Example </a:t>
              </a:r>
            </a:p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Datasets</a:t>
              </a:r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571782F-0D14-8FC1-BA90-000F9B159745}"/>
              </a:ext>
            </a:extLst>
          </p:cNvPr>
          <p:cNvCxnSpPr>
            <a:cxnSpLocks/>
          </p:cNvCxnSpPr>
          <p:nvPr/>
        </p:nvCxnSpPr>
        <p:spPr>
          <a:xfrm flipV="1">
            <a:off x="6921276" y="12098520"/>
            <a:ext cx="0" cy="1517372"/>
          </a:xfrm>
          <a:prstGeom prst="line">
            <a:avLst/>
          </a:prstGeom>
          <a:ln w="57150"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6EF8861-F860-213B-BBA5-F6F7917C6015}"/>
              </a:ext>
            </a:extLst>
          </p:cNvPr>
          <p:cNvCxnSpPr>
            <a:cxnSpLocks/>
          </p:cNvCxnSpPr>
          <p:nvPr/>
        </p:nvCxnSpPr>
        <p:spPr>
          <a:xfrm flipH="1">
            <a:off x="4253811" y="15981959"/>
            <a:ext cx="742765" cy="0"/>
          </a:xfrm>
          <a:prstGeom prst="line">
            <a:avLst/>
          </a:prstGeom>
          <a:ln w="57150"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D0FE3AA-682B-49FD-3360-0277E3412113}"/>
              </a:ext>
            </a:extLst>
          </p:cNvPr>
          <p:cNvCxnSpPr>
            <a:cxnSpLocks/>
          </p:cNvCxnSpPr>
          <p:nvPr/>
        </p:nvCxnSpPr>
        <p:spPr>
          <a:xfrm flipH="1">
            <a:off x="8894110" y="15981959"/>
            <a:ext cx="742765" cy="0"/>
          </a:xfrm>
          <a:prstGeom prst="line">
            <a:avLst/>
          </a:prstGeom>
          <a:ln w="57150"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: Rounded Corners 10">
            <a:extLst>
              <a:ext uri="{FF2B5EF4-FFF2-40B4-BE49-F238E27FC236}">
                <a16:creationId xmlns:a16="http://schemas.microsoft.com/office/drawing/2014/main" id="{41483E0C-774F-4A1F-EDD6-9B355AA5AFF8}"/>
              </a:ext>
            </a:extLst>
          </p:cNvPr>
          <p:cNvSpPr/>
          <p:nvPr/>
        </p:nvSpPr>
        <p:spPr>
          <a:xfrm>
            <a:off x="21891785" y="357284"/>
            <a:ext cx="7773965" cy="4059886"/>
          </a:xfrm>
          <a:prstGeom prst="roundRect">
            <a:avLst/>
          </a:prstGeom>
          <a:solidFill>
            <a:srgbClr val="75B900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DeepSAP</a:t>
            </a:r>
            <a:b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align reads using GSNAP TGGA</a:t>
            </a:r>
            <a:b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2: apply transformer scores</a:t>
            </a:r>
            <a:endParaRPr lang="en-US" sz="3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angle: Rounded Corners 10">
            <a:extLst>
              <a:ext uri="{FF2B5EF4-FFF2-40B4-BE49-F238E27FC236}">
                <a16:creationId xmlns:a16="http://schemas.microsoft.com/office/drawing/2014/main" id="{99C8A0C0-3245-E603-FCD1-DC6DAB791FAA}"/>
              </a:ext>
            </a:extLst>
          </p:cNvPr>
          <p:cNvSpPr/>
          <p:nvPr/>
        </p:nvSpPr>
        <p:spPr>
          <a:xfrm>
            <a:off x="20769287" y="6961875"/>
            <a:ext cx="4748262" cy="1500683"/>
          </a:xfrm>
          <a:prstGeom prst="roundRect">
            <a:avLst/>
          </a:prstGeom>
          <a:solidFill>
            <a:srgbClr val="75B900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DeepSAP</a:t>
            </a:r>
          </a:p>
        </p:txBody>
      </p:sp>
      <p:sp>
        <p:nvSpPr>
          <p:cNvPr id="76" name="Rectangle: Rounded Corners 10">
            <a:extLst>
              <a:ext uri="{FF2B5EF4-FFF2-40B4-BE49-F238E27FC236}">
                <a16:creationId xmlns:a16="http://schemas.microsoft.com/office/drawing/2014/main" id="{6EBDEB31-5A06-3416-D9B4-59096A7607D8}"/>
              </a:ext>
            </a:extLst>
          </p:cNvPr>
          <p:cNvSpPr/>
          <p:nvPr/>
        </p:nvSpPr>
        <p:spPr>
          <a:xfrm>
            <a:off x="20769287" y="10662683"/>
            <a:ext cx="4748262" cy="150068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novoSplice</a:t>
            </a:r>
          </a:p>
        </p:txBody>
      </p:sp>
      <p:sp>
        <p:nvSpPr>
          <p:cNvPr id="77" name="Rectangle: Rounded Corners 10">
            <a:extLst>
              <a:ext uri="{FF2B5EF4-FFF2-40B4-BE49-F238E27FC236}">
                <a16:creationId xmlns:a16="http://schemas.microsoft.com/office/drawing/2014/main" id="{4DBAFC92-FA96-29A7-0814-E7529EAB7A74}"/>
              </a:ext>
            </a:extLst>
          </p:cNvPr>
          <p:cNvSpPr/>
          <p:nvPr/>
        </p:nvSpPr>
        <p:spPr>
          <a:xfrm>
            <a:off x="20769287" y="12513087"/>
            <a:ext cx="4748262" cy="150068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</a:t>
            </a:r>
          </a:p>
        </p:txBody>
      </p:sp>
      <p:sp>
        <p:nvSpPr>
          <p:cNvPr id="78" name="Rectangle: Rounded Corners 10">
            <a:extLst>
              <a:ext uri="{FF2B5EF4-FFF2-40B4-BE49-F238E27FC236}">
                <a16:creationId xmlns:a16="http://schemas.microsoft.com/office/drawing/2014/main" id="{A4D9C24F-4A1C-FF15-1BA3-862E9F277310}"/>
              </a:ext>
            </a:extLst>
          </p:cNvPr>
          <p:cNvSpPr/>
          <p:nvPr/>
        </p:nvSpPr>
        <p:spPr>
          <a:xfrm>
            <a:off x="20769287" y="14363491"/>
            <a:ext cx="4748262" cy="150068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HISAT2</a:t>
            </a:r>
          </a:p>
        </p:txBody>
      </p:sp>
      <p:sp>
        <p:nvSpPr>
          <p:cNvPr id="79" name="Rectangle: Rounded Corners 10">
            <a:extLst>
              <a:ext uri="{FF2B5EF4-FFF2-40B4-BE49-F238E27FC236}">
                <a16:creationId xmlns:a16="http://schemas.microsoft.com/office/drawing/2014/main" id="{5B40F5E9-EC8D-B843-C05D-2216864237F5}"/>
              </a:ext>
            </a:extLst>
          </p:cNvPr>
          <p:cNvSpPr/>
          <p:nvPr/>
        </p:nvSpPr>
        <p:spPr>
          <a:xfrm>
            <a:off x="20769287" y="16213894"/>
            <a:ext cx="4748262" cy="150068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Subjunc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A5E73702-D4C8-B627-DABE-52C64E28C6FC}"/>
              </a:ext>
            </a:extLst>
          </p:cNvPr>
          <p:cNvSpPr/>
          <p:nvPr/>
        </p:nvSpPr>
        <p:spPr>
          <a:xfrm>
            <a:off x="20347767" y="5653542"/>
            <a:ext cx="11844433" cy="12378187"/>
          </a:xfrm>
          <a:prstGeom prst="roundRect">
            <a:avLst>
              <a:gd name="adj" fmla="val 2296"/>
            </a:avLst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: Rounded Corners 10">
            <a:extLst>
              <a:ext uri="{FF2B5EF4-FFF2-40B4-BE49-F238E27FC236}">
                <a16:creationId xmlns:a16="http://schemas.microsoft.com/office/drawing/2014/main" id="{308956BE-E94F-80D5-6432-94E1877D1EAA}"/>
              </a:ext>
            </a:extLst>
          </p:cNvPr>
          <p:cNvSpPr/>
          <p:nvPr/>
        </p:nvSpPr>
        <p:spPr>
          <a:xfrm>
            <a:off x="26792346" y="14181091"/>
            <a:ext cx="4923656" cy="3533486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Baruzzo</a:t>
            </a: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 Genome and Annotation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ACE0A26-7568-6B7C-1143-633FBF21A6A1}"/>
              </a:ext>
            </a:extLst>
          </p:cNvPr>
          <p:cNvGrpSpPr/>
          <p:nvPr/>
        </p:nvGrpSpPr>
        <p:grpSpPr>
          <a:xfrm>
            <a:off x="14199287" y="4329147"/>
            <a:ext cx="4522392" cy="4522392"/>
            <a:chOff x="653167" y="13580820"/>
            <a:chExt cx="4522392" cy="4522392"/>
          </a:xfrm>
        </p:grpSpPr>
        <p:pic>
          <p:nvPicPr>
            <p:cNvPr id="99" name="Graphic 98" descr="Web design outline">
              <a:extLst>
                <a:ext uri="{FF2B5EF4-FFF2-40B4-BE49-F238E27FC236}">
                  <a16:creationId xmlns:a16="http://schemas.microsoft.com/office/drawing/2014/main" id="{E6707AB1-D6B7-E65D-D486-258FE2925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67" y="13580820"/>
              <a:ext cx="4522392" cy="4522392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B6E77DB-E42C-1FC6-64F4-256A2BBD212F}"/>
                </a:ext>
              </a:extLst>
            </p:cNvPr>
            <p:cNvSpPr txBox="1"/>
            <p:nvPr/>
          </p:nvSpPr>
          <p:spPr>
            <a:xfrm>
              <a:off x="1302326" y="15383383"/>
              <a:ext cx="3352801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DNABERT </a:t>
              </a:r>
            </a:p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MS150</a:t>
              </a:r>
            </a:p>
            <a:p>
              <a:pPr algn="ctr"/>
              <a:r>
                <a:rPr lang="en-US" sz="2000" b="1">
                  <a:latin typeface="Arial" panose="020B0604020202020204" pitchFamily="34" charset="0"/>
                  <a:cs typeface="Arial" panose="020B0604020202020204" pitchFamily="34" charset="0"/>
                </a:rPr>
                <a:t>Best Performing Model Across Multiple Species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93E16D0E-0822-4172-C21C-9CB245EDB667}"/>
              </a:ext>
            </a:extLst>
          </p:cNvPr>
          <p:cNvGrpSpPr/>
          <p:nvPr/>
        </p:nvGrpSpPr>
        <p:grpSpPr>
          <a:xfrm>
            <a:off x="14635692" y="9471179"/>
            <a:ext cx="4437278" cy="4437278"/>
            <a:chOff x="14635692" y="8556773"/>
            <a:chExt cx="4437278" cy="4437278"/>
          </a:xfrm>
        </p:grpSpPr>
        <p:pic>
          <p:nvPicPr>
            <p:cNvPr id="108" name="Graphic 107" descr="Magnifying glass with solid fill">
              <a:extLst>
                <a:ext uri="{FF2B5EF4-FFF2-40B4-BE49-F238E27FC236}">
                  <a16:creationId xmlns:a16="http://schemas.microsoft.com/office/drawing/2014/main" id="{7B151AA1-2533-6A71-90CD-C30F5E0C9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635692" y="8556773"/>
              <a:ext cx="4437278" cy="4437278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BA5C52A-2F11-2AB5-326A-14AC9D0E93BC}"/>
                </a:ext>
              </a:extLst>
            </p:cNvPr>
            <p:cNvSpPr txBox="1"/>
            <p:nvPr/>
          </p:nvSpPr>
          <p:spPr>
            <a:xfrm>
              <a:off x="15421114" y="9724345"/>
              <a:ext cx="2098651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Models </a:t>
              </a:r>
            </a:p>
            <a:p>
              <a:pPr algn="ctr"/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Evaluation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C583D49-1CD7-32C6-A1EF-99B6CED2CA42}"/>
              </a:ext>
            </a:extLst>
          </p:cNvPr>
          <p:cNvGrpSpPr/>
          <p:nvPr/>
        </p:nvGrpSpPr>
        <p:grpSpPr>
          <a:xfrm rot="5400000">
            <a:off x="11859856" y="11390399"/>
            <a:ext cx="4591562" cy="4591561"/>
            <a:chOff x="2628642" y="2711298"/>
            <a:chExt cx="4591562" cy="4591561"/>
          </a:xfrm>
        </p:grpSpPr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E1FD010-3B25-5051-4408-D290EE4FB408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662362" y="2416762"/>
              <a:ext cx="1" cy="589073"/>
            </a:xfrm>
            <a:prstGeom prst="line">
              <a:avLst/>
            </a:prstGeom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32FED2A-5997-1B89-6185-E59E98F8EEE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119451" y="5089284"/>
              <a:ext cx="201505" cy="1"/>
            </a:xfrm>
            <a:prstGeom prst="line">
              <a:avLst/>
            </a:prstGeom>
            <a:ln w="57150"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2B11207D-8EB0-719D-71BC-472A8ADAA0AC}"/>
                </a:ext>
              </a:extLst>
            </p:cNvPr>
            <p:cNvSpPr/>
            <p:nvPr/>
          </p:nvSpPr>
          <p:spPr>
            <a:xfrm>
              <a:off x="2628642" y="2711298"/>
              <a:ext cx="4591561" cy="4591561"/>
            </a:xfrm>
            <a:prstGeom prst="arc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BC3B2AA2-819B-C543-58FC-91F87085C082}"/>
              </a:ext>
            </a:extLst>
          </p:cNvPr>
          <p:cNvCxnSpPr>
            <a:cxnSpLocks/>
          </p:cNvCxnSpPr>
          <p:nvPr/>
        </p:nvCxnSpPr>
        <p:spPr>
          <a:xfrm flipV="1">
            <a:off x="16449529" y="8166280"/>
            <a:ext cx="0" cy="1517372"/>
          </a:xfrm>
          <a:prstGeom prst="line">
            <a:avLst/>
          </a:prstGeom>
          <a:ln w="57150">
            <a:headEnd type="none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428C871-974A-8CAB-BF2A-5DD4156E66E8}"/>
              </a:ext>
            </a:extLst>
          </p:cNvPr>
          <p:cNvGrpSpPr/>
          <p:nvPr/>
        </p:nvGrpSpPr>
        <p:grpSpPr>
          <a:xfrm>
            <a:off x="9505653" y="13643273"/>
            <a:ext cx="4522392" cy="4522392"/>
            <a:chOff x="653167" y="13580820"/>
            <a:chExt cx="4522392" cy="4522392"/>
          </a:xfrm>
        </p:grpSpPr>
        <p:pic>
          <p:nvPicPr>
            <p:cNvPr id="120" name="Graphic 119" descr="Web design outline">
              <a:extLst>
                <a:ext uri="{FF2B5EF4-FFF2-40B4-BE49-F238E27FC236}">
                  <a16:creationId xmlns:a16="http://schemas.microsoft.com/office/drawing/2014/main" id="{C4CA53F9-5BD7-94F8-4287-4B8D02D3E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167" y="13580820"/>
              <a:ext cx="4522392" cy="4522392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A7FFAD6-C15F-E78D-788F-EB49221D6CDD}"/>
                </a:ext>
              </a:extLst>
            </p:cNvPr>
            <p:cNvSpPr txBox="1"/>
            <p:nvPr/>
          </p:nvSpPr>
          <p:spPr>
            <a:xfrm>
              <a:off x="1237012" y="15266990"/>
              <a:ext cx="3352801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Fine-Tuned</a:t>
              </a:r>
            </a:p>
            <a:p>
              <a:pPr algn="ctr"/>
              <a:r>
                <a:rPr lang="en-US" sz="2800" b="1">
                  <a:latin typeface="Arial" panose="020B0604020202020204" pitchFamily="34" charset="0"/>
                  <a:cs typeface="Arial" panose="020B0604020202020204" pitchFamily="34" charset="0"/>
                </a:rPr>
                <a:t>Transformer Models</a:t>
              </a: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8B3E608E-00DD-4E29-D0CF-E81DC5BC1FEB}"/>
              </a:ext>
            </a:extLst>
          </p:cNvPr>
          <p:cNvSpPr txBox="1"/>
          <p:nvPr/>
        </p:nvSpPr>
        <p:spPr>
          <a:xfrm>
            <a:off x="20372084" y="5732988"/>
            <a:ext cx="11820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latin typeface="Arial" panose="020B0604020202020204" pitchFamily="34" charset="0"/>
                <a:cs typeface="Arial" panose="020B0604020202020204" pitchFamily="34" charset="0"/>
              </a:rPr>
              <a:t>Benchmarking Study</a:t>
            </a:r>
          </a:p>
        </p:txBody>
      </p:sp>
      <p:pic>
        <p:nvPicPr>
          <p:cNvPr id="139" name="Picture 138" descr="A diagram of a hexagon&#10;&#10;AI-generated content may be incorrect.">
            <a:extLst>
              <a:ext uri="{FF2B5EF4-FFF2-40B4-BE49-F238E27FC236}">
                <a16:creationId xmlns:a16="http://schemas.microsoft.com/office/drawing/2014/main" id="{F07931DD-485D-3395-85A7-AD1E53F4EB2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0429" t="34285" r="38401" b="48968"/>
          <a:stretch/>
        </p:blipFill>
        <p:spPr>
          <a:xfrm>
            <a:off x="34169580" y="12946937"/>
            <a:ext cx="10352472" cy="5341063"/>
          </a:xfrm>
          <a:prstGeom prst="rect">
            <a:avLst/>
          </a:prstGeom>
        </p:spPr>
      </p:pic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FD05A3D-494F-22F2-0AF1-1A24D9936A22}"/>
              </a:ext>
            </a:extLst>
          </p:cNvPr>
          <p:cNvGrpSpPr/>
          <p:nvPr/>
        </p:nvGrpSpPr>
        <p:grpSpPr>
          <a:xfrm>
            <a:off x="39064386" y="8635469"/>
            <a:ext cx="3450988" cy="3450988"/>
            <a:chOff x="34867884" y="7707696"/>
            <a:chExt cx="3450988" cy="3450988"/>
          </a:xfrm>
        </p:grpSpPr>
        <p:pic>
          <p:nvPicPr>
            <p:cNvPr id="146" name="Graphic 145" descr="Illustrator with solid fill">
              <a:extLst>
                <a:ext uri="{FF2B5EF4-FFF2-40B4-BE49-F238E27FC236}">
                  <a16:creationId xmlns:a16="http://schemas.microsoft.com/office/drawing/2014/main" id="{7479AF19-4F1D-A5F9-3803-393917102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4867884" y="7707696"/>
              <a:ext cx="3450988" cy="3450988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5F81F9F-7147-554E-65B2-3C52C9352167}"/>
                </a:ext>
              </a:extLst>
            </p:cNvPr>
            <p:cNvSpPr txBox="1"/>
            <p:nvPr/>
          </p:nvSpPr>
          <p:spPr>
            <a:xfrm>
              <a:off x="35451643" y="8464293"/>
              <a:ext cx="2283469" cy="15696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b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Shinyapp</a:t>
              </a:r>
            </a:p>
            <a:p>
              <a:pPr algn="ctr"/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Dashboard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71851E1A-7972-ADBE-04EA-1B4151A3528E}"/>
              </a:ext>
            </a:extLst>
          </p:cNvPr>
          <p:cNvGrpSpPr/>
          <p:nvPr/>
        </p:nvGrpSpPr>
        <p:grpSpPr>
          <a:xfrm>
            <a:off x="38863214" y="4078260"/>
            <a:ext cx="3694760" cy="3694760"/>
            <a:chOff x="34867882" y="6210758"/>
            <a:chExt cx="3694760" cy="3694760"/>
          </a:xfrm>
        </p:grpSpPr>
        <p:pic>
          <p:nvPicPr>
            <p:cNvPr id="155" name="Graphic 154" descr="Clipboard Partially Crossed with solid fill">
              <a:extLst>
                <a:ext uri="{FF2B5EF4-FFF2-40B4-BE49-F238E27FC236}">
                  <a16:creationId xmlns:a16="http://schemas.microsoft.com/office/drawing/2014/main" id="{C7A02D38-7922-5DCF-8BEE-DCFD42E9F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4867882" y="6210758"/>
              <a:ext cx="3694760" cy="3694760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0E90509-F9FF-9B67-E05B-9BEEA1C4C978}"/>
                </a:ext>
              </a:extLst>
            </p:cNvPr>
            <p:cNvSpPr txBox="1"/>
            <p:nvPr/>
          </p:nvSpPr>
          <p:spPr>
            <a:xfrm>
              <a:off x="35812664" y="7187433"/>
              <a:ext cx="1830787" cy="20621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Nextflow</a:t>
              </a:r>
            </a:p>
            <a:p>
              <a:pPr algn="ctr"/>
              <a:r>
                <a:rPr lang="en-US" sz="3200">
                  <a:latin typeface="Arial" panose="020B0604020202020204" pitchFamily="34" charset="0"/>
                  <a:cs typeface="Arial" panose="020B0604020202020204" pitchFamily="34" charset="0"/>
                </a:rPr>
                <a:t>Pipeline</a:t>
              </a:r>
            </a:p>
            <a:p>
              <a:pPr algn="ctr"/>
              <a:endParaRPr 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502FA69-4F1C-836D-AF82-76140A002EB7}"/>
              </a:ext>
            </a:extLst>
          </p:cNvPr>
          <p:cNvCxnSpPr>
            <a:cxnSpLocks/>
          </p:cNvCxnSpPr>
          <p:nvPr/>
        </p:nvCxnSpPr>
        <p:spPr>
          <a:xfrm flipV="1">
            <a:off x="40713153" y="7670570"/>
            <a:ext cx="0" cy="1379429"/>
          </a:xfrm>
          <a:prstGeom prst="line">
            <a:avLst/>
          </a:prstGeom>
          <a:ln w="57150"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18B92137-1BE7-15CB-2E65-23F775C2166A}"/>
              </a:ext>
            </a:extLst>
          </p:cNvPr>
          <p:cNvCxnSpPr>
            <a:cxnSpLocks/>
          </p:cNvCxnSpPr>
          <p:nvPr/>
        </p:nvCxnSpPr>
        <p:spPr>
          <a:xfrm flipV="1">
            <a:off x="25770377" y="4583851"/>
            <a:ext cx="0" cy="942168"/>
          </a:xfrm>
          <a:prstGeom prst="line">
            <a:avLst/>
          </a:prstGeom>
          <a:ln w="57150"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A6302C69-37AB-7BA8-6B4E-4094E4748205}"/>
              </a:ext>
            </a:extLst>
          </p:cNvPr>
          <p:cNvCxnSpPr>
            <a:cxnSpLocks/>
          </p:cNvCxnSpPr>
          <p:nvPr/>
        </p:nvCxnSpPr>
        <p:spPr>
          <a:xfrm flipV="1">
            <a:off x="40758952" y="11842636"/>
            <a:ext cx="0" cy="1379429"/>
          </a:xfrm>
          <a:prstGeom prst="line">
            <a:avLst/>
          </a:prstGeom>
          <a:ln w="57150">
            <a:headEnd type="arrow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Rectangle: Rounded Corners 10">
            <a:extLst>
              <a:ext uri="{FF2B5EF4-FFF2-40B4-BE49-F238E27FC236}">
                <a16:creationId xmlns:a16="http://schemas.microsoft.com/office/drawing/2014/main" id="{B7B879A2-88AA-A230-CD20-A1A66D746B46}"/>
              </a:ext>
            </a:extLst>
          </p:cNvPr>
          <p:cNvSpPr/>
          <p:nvPr/>
        </p:nvSpPr>
        <p:spPr>
          <a:xfrm>
            <a:off x="20769287" y="8812279"/>
            <a:ext cx="4748262" cy="1500683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DRAGEN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09C64EA-0F2C-B88F-274A-D19C013F93A9}"/>
              </a:ext>
            </a:extLst>
          </p:cNvPr>
          <p:cNvGrpSpPr/>
          <p:nvPr/>
        </p:nvGrpSpPr>
        <p:grpSpPr>
          <a:xfrm rot="10800000" flipV="1">
            <a:off x="16691922" y="2517376"/>
            <a:ext cx="4174147" cy="4522395"/>
            <a:chOff x="2628642" y="2711298"/>
            <a:chExt cx="4591562" cy="4591561"/>
          </a:xfrm>
        </p:grpSpPr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5FE9207-2AA4-4E30-A8BF-3A69096D83F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88586" y="2711298"/>
              <a:ext cx="2035837" cy="1"/>
            </a:xfrm>
            <a:prstGeom prst="line">
              <a:avLst/>
            </a:prstGeom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C8886E5-6989-7686-48EF-98F3D9AB6B40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7119451" y="5089284"/>
              <a:ext cx="201505" cy="1"/>
            </a:xfrm>
            <a:prstGeom prst="line">
              <a:avLst/>
            </a:prstGeom>
            <a:ln w="57150">
              <a:head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0" name="Arc 169">
              <a:extLst>
                <a:ext uri="{FF2B5EF4-FFF2-40B4-BE49-F238E27FC236}">
                  <a16:creationId xmlns:a16="http://schemas.microsoft.com/office/drawing/2014/main" id="{B801482A-DD98-889D-4A25-ED7E97F1979D}"/>
                </a:ext>
              </a:extLst>
            </p:cNvPr>
            <p:cNvSpPr/>
            <p:nvPr/>
          </p:nvSpPr>
          <p:spPr>
            <a:xfrm>
              <a:off x="2628642" y="2711298"/>
              <a:ext cx="4591561" cy="4591561"/>
            </a:xfrm>
            <a:prstGeom prst="arc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1" name="Rectangle: Rounded Corners 10">
            <a:extLst>
              <a:ext uri="{FF2B5EF4-FFF2-40B4-BE49-F238E27FC236}">
                <a16:creationId xmlns:a16="http://schemas.microsoft.com/office/drawing/2014/main" id="{288FD8DB-74C4-EC7B-A562-1D521BCCB5FB}"/>
              </a:ext>
            </a:extLst>
          </p:cNvPr>
          <p:cNvSpPr/>
          <p:nvPr/>
        </p:nvSpPr>
        <p:spPr>
          <a:xfrm>
            <a:off x="26792346" y="10548815"/>
            <a:ext cx="4923656" cy="2532697"/>
          </a:xfrm>
          <a:prstGeom prst="roundRect">
            <a:avLst/>
          </a:prstGeom>
          <a:solidFill>
            <a:srgbClr val="4C91D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Baruzzo</a:t>
            </a: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</p:txBody>
      </p:sp>
      <p:sp>
        <p:nvSpPr>
          <p:cNvPr id="173" name="Rectangle: Rounded Corners 10">
            <a:extLst>
              <a:ext uri="{FF2B5EF4-FFF2-40B4-BE49-F238E27FC236}">
                <a16:creationId xmlns:a16="http://schemas.microsoft.com/office/drawing/2014/main" id="{4EAE8FD0-07B8-4AE0-D35B-DA3C0FDC276B}"/>
              </a:ext>
            </a:extLst>
          </p:cNvPr>
          <p:cNvSpPr/>
          <p:nvPr/>
        </p:nvSpPr>
        <p:spPr>
          <a:xfrm>
            <a:off x="26792346" y="6916540"/>
            <a:ext cx="4923656" cy="2532697"/>
          </a:xfrm>
          <a:prstGeom prst="roundRect">
            <a:avLst/>
          </a:prstGeom>
          <a:solidFill>
            <a:srgbClr val="4C91D4"/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005" tIns="80010" rIns="40005" bIns="80010" rtlCol="0" anchor="ctr"/>
          <a:lstStyle/>
          <a:p>
            <a:pPr algn="ctr">
              <a:lnSpc>
                <a:spcPct val="90000"/>
              </a:lnSpc>
            </a:pPr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SimBA</a:t>
            </a: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86B3762-1FE0-FD83-A924-4BEA76C8138F}"/>
              </a:ext>
            </a:extLst>
          </p:cNvPr>
          <p:cNvCxnSpPr>
            <a:cxnSpLocks/>
          </p:cNvCxnSpPr>
          <p:nvPr/>
        </p:nvCxnSpPr>
        <p:spPr>
          <a:xfrm flipV="1">
            <a:off x="35586331" y="6183998"/>
            <a:ext cx="0" cy="1517372"/>
          </a:xfrm>
          <a:prstGeom prst="line">
            <a:avLst/>
          </a:prstGeom>
          <a:ln w="57150">
            <a:head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38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397</TotalTime>
  <Words>224</Words>
  <Application>Microsoft Office PowerPoint</Application>
  <PresentationFormat>Custom</PresentationFormat>
  <Paragraphs>66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Fadel Berakdar</dc:creator>
  <cp:lastModifiedBy>Pankaj Vats</cp:lastModifiedBy>
  <cp:revision>1</cp:revision>
  <dcterms:created xsi:type="dcterms:W3CDTF">2025-05-12T12:33:54Z</dcterms:created>
  <dcterms:modified xsi:type="dcterms:W3CDTF">2025-05-13T20:19:56Z</dcterms:modified>
</cp:coreProperties>
</file>